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presProps" Target="/ppt/presProps.xml" Id="rId3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ableStyles" Target="/ppt/tableStyles.xml" Id="rId6" /><Relationship Type="http://schemas.openxmlformats.org/officeDocument/2006/relationships/theme" Target="/ppt/theme/theme1.xml" Id="rId5" /><Relationship Type="http://schemas.openxmlformats.org/officeDocument/2006/relationships/viewProps" Target="/ppt/viewProps.xml" Id="rId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7691584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15104A-629D-4A5C-B2D4-30F7541C5B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187417-8D05-4227-A438-2AAB30766F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1D09B-3963-4D38-9B43-2205121156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D95418-C0AF-42CE-956A-692E770B707C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9A2D29-60E9-4ED0-803B-28FBB49D49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6882C-5BA9-49B6-A454-2F6CD7D8C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4B590E-7E6A-46A9-AC77-23DE937786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67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png" Id="rId2" /><Relationship Type="http://schemas.openxmlformats.org/officeDocument/2006/relationships/slideLayout" Target="/ppt/slideLayouts/slideLayout12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D8DB95-A50F-3815-8BF5-5888EE8AC7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8D9F335C-B182-2EBE-B786-56335AD424B2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4145433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2025-11-04T07:39:51Z</dcterms:created>
  <dcterms:modified xsi:type="dcterms:W3CDTF">2025-11-04T07:39:53Z</dcterms:modified>
</cp:coreProperties>
</file>