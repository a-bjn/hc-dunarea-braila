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Layouts/slideLayout12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Id3" /><Relationship Type="http://schemas.openxmlformats.org/package/2006/relationships/metadata/thumbnail" Target="/docProps/thumbnail.jpeg" Id="rId2" /><Relationship Type="http://schemas.openxmlformats.org/officeDocument/2006/relationships/officeDocument" Target="/ppt/presentation.xml" Id="rId1" /><Relationship Type="http://schemas.openxmlformats.org/officeDocument/2006/relationships/extended-properties" Target="/docProps/app.xml" Id="rId4" 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9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86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3" /><Relationship Type="http://schemas.openxmlformats.org/officeDocument/2006/relationships/tableStyles" Target="/ppt/tableStyles.xml" Id="rId7" /><Relationship Type="http://schemas.openxmlformats.org/officeDocument/2006/relationships/slide" Target="/ppt/slides/slide1.xml" Id="rId2" /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6" /><Relationship Type="http://schemas.openxmlformats.org/officeDocument/2006/relationships/viewProps" Target="/ppt/viewProps.xml" Id="rId5" /><Relationship Type="http://schemas.openxmlformats.org/officeDocument/2006/relationships/presProps" Target="/ppt/presProps.xml" Id="rId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theme/theme2.xml" Id="rId1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CB2D89-DB6D-489E-B396-7D18FBAAA742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B6EE6B-6706-42B3-9EB4-67921F68D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261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Id2" /><Relationship Type="http://schemas.openxmlformats.org/officeDocument/2006/relationships/notesMaster" Target="/ppt/notesMasters/notesMaster1.xml" Id="rId1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71ca5ae623_0_16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39" name="Google Shape;539;g371ca5ae623_0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1_Title Slide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5046070"/>
      </p:ext>
    </p:extLst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Id13" /><Relationship Type="http://schemas.openxmlformats.org/officeDocument/2006/relationships/slideLayout" Target="/ppt/slideLayouts/slideLayout12.xml" Id="rId12" /></Relationships>
</file>

<file path=ppt/slideMasters/slideMaster1.xml><?xml version="1.0" encoding="utf-8"?>
<p:sldMaster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6C0E75-4954-493B-A07D-0294BB63DB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26FBE7-CF2B-4C0C-819A-9A3FA12D50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C4394B-92C1-4589-A32F-D9E745CBE3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5BDCB0-4968-4FC7-B297-2F9BA9E2D510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F77AAA-A74C-4EA5-9F9F-59DA9C18D5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025A87-72BD-4529-B3CC-EFC7BD276A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0C0A8-5976-4434-B88A-E999E7B3F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818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/ppt/media/image1.png" Id="rId3" /><Relationship Type="http://schemas.openxmlformats.org/officeDocument/2006/relationships/notesSlide" Target="/ppt/notesSlides/notesSlide1.xml" Id="rId2" /><Relationship Type="http://schemas.openxmlformats.org/officeDocument/2006/relationships/slideLayout" Target="/ppt/slideLayouts/slideLayout12.xml" Id="rId1" /><Relationship Type="http://schemas.openxmlformats.org/officeDocument/2006/relationships/image" Target="/ppt/media/image2.png" Id="rId4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>
            <a:extLst>
              <a:ext uri="{FF2B5EF4-FFF2-40B4-BE49-F238E27FC236}">
                <a16:creationId xmlns:a16="http://schemas.microsoft.com/office/drawing/2014/main" id="{0B605624-DF61-3D7C-C4DD-E55A09979C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545" name="Google Shape;545;g371ca5ae623_0_165"/>
          <p:cNvSpPr txBox="1"/>
          <p:nvPr/>
        </p:nvSpPr>
        <p:spPr>
          <a:xfrm>
            <a:off x="983825" y="2243427"/>
            <a:ext cx="10252731" cy="1292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91433" rIns="91433" bIns="91433" anchor="t" anchorCtr="0">
            <a:spAutoFit/>
          </a:bodyPr>
          <a:lstStyle/>
          <a:p>
            <a:pPr lvl="0"/>
            <a:r>
              <a:rPr lang="en-GB" sz="2400" dirty="0" err="1">
                <a:solidFill>
                  <a:schemeClr val="bg1"/>
                </a:solidFill>
              </a:rPr>
              <a:t>Împreună</a:t>
            </a:r>
            <a:r>
              <a:rPr lang="en-GB" sz="2400" dirty="0">
                <a:solidFill>
                  <a:schemeClr val="bg1"/>
                </a:solidFill>
              </a:rPr>
              <a:t> </a:t>
            </a:r>
            <a:r>
              <a:rPr lang="en-GB" sz="2400" dirty="0" err="1">
                <a:solidFill>
                  <a:schemeClr val="bg1"/>
                </a:solidFill>
              </a:rPr>
              <a:t>putem</a:t>
            </a:r>
            <a:r>
              <a:rPr lang="en-GB" sz="2400" dirty="0">
                <a:solidFill>
                  <a:schemeClr val="bg1"/>
                </a:solidFill>
              </a:rPr>
              <a:t> </a:t>
            </a:r>
            <a:r>
              <a:rPr lang="en-GB" sz="2400" dirty="0" err="1">
                <a:solidFill>
                  <a:schemeClr val="bg1"/>
                </a:solidFill>
              </a:rPr>
              <a:t>scrie</a:t>
            </a:r>
            <a:r>
              <a:rPr lang="en-GB" sz="2400" dirty="0">
                <a:solidFill>
                  <a:schemeClr val="bg1"/>
                </a:solidFill>
              </a:rPr>
              <a:t> </a:t>
            </a:r>
            <a:r>
              <a:rPr lang="en-GB" sz="2400" dirty="0" err="1">
                <a:solidFill>
                  <a:schemeClr val="bg1"/>
                </a:solidFill>
              </a:rPr>
              <a:t>istoria</a:t>
            </a:r>
            <a:r>
              <a:rPr lang="en-GB" sz="2400" dirty="0">
                <a:solidFill>
                  <a:schemeClr val="bg1"/>
                </a:solidFill>
              </a:rPr>
              <a:t> </a:t>
            </a:r>
            <a:r>
              <a:rPr lang="en-GB" sz="2400" dirty="0" err="1">
                <a:solidFill>
                  <a:schemeClr val="bg1"/>
                </a:solidFill>
              </a:rPr>
              <a:t>handbalului</a:t>
            </a:r>
            <a:r>
              <a:rPr lang="en-GB" sz="2400" dirty="0">
                <a:solidFill>
                  <a:schemeClr val="bg1"/>
                </a:solidFill>
              </a:rPr>
              <a:t> la </a:t>
            </a:r>
            <a:r>
              <a:rPr lang="en-GB" sz="2400" dirty="0" err="1">
                <a:solidFill>
                  <a:schemeClr val="bg1"/>
                </a:solidFill>
              </a:rPr>
              <a:t>Brăila</a:t>
            </a:r>
            <a:r>
              <a:rPr lang="en-GB" sz="2400" dirty="0">
                <a:solidFill>
                  <a:schemeClr val="bg1"/>
                </a:solidFill>
              </a:rPr>
              <a:t>!</a:t>
            </a:r>
            <a:r>
              <a:rPr lang="ro-RO" sz="2400" dirty="0">
                <a:solidFill>
                  <a:schemeClr val="bg1"/>
                </a:solidFill>
              </a:rPr>
              <a:t> </a:t>
            </a:r>
            <a:r>
              <a:rPr lang="en-GB" sz="2400" dirty="0" err="1">
                <a:solidFill>
                  <a:schemeClr val="bg1"/>
                </a:solidFill>
              </a:rPr>
              <a:t>Fii</a:t>
            </a:r>
            <a:r>
              <a:rPr lang="en-GB" sz="2400" dirty="0">
                <a:solidFill>
                  <a:schemeClr val="bg1"/>
                </a:solidFill>
              </a:rPr>
              <a:t> </a:t>
            </a:r>
            <a:r>
              <a:rPr lang="en-GB" sz="2400" dirty="0" err="1">
                <a:solidFill>
                  <a:schemeClr val="bg1"/>
                </a:solidFill>
              </a:rPr>
              <a:t>parte</a:t>
            </a:r>
            <a:r>
              <a:rPr lang="en-GB" sz="2400" dirty="0">
                <a:solidFill>
                  <a:schemeClr val="bg1"/>
                </a:solidFill>
              </a:rPr>
              <a:t> din </a:t>
            </a:r>
            <a:r>
              <a:rPr lang="en-GB" sz="2400" dirty="0" err="1">
                <a:solidFill>
                  <a:schemeClr val="bg1"/>
                </a:solidFill>
              </a:rPr>
              <a:t>echipa</a:t>
            </a:r>
            <a:r>
              <a:rPr lang="en-GB" sz="2400" dirty="0">
                <a:solidFill>
                  <a:schemeClr val="bg1"/>
                </a:solidFill>
              </a:rPr>
              <a:t> care </a:t>
            </a:r>
            <a:r>
              <a:rPr lang="en-GB" sz="2400" dirty="0" err="1">
                <a:solidFill>
                  <a:schemeClr val="bg1"/>
                </a:solidFill>
              </a:rPr>
              <a:t>inspiră</a:t>
            </a:r>
            <a:r>
              <a:rPr lang="en-GB" sz="2400" dirty="0">
                <a:solidFill>
                  <a:schemeClr val="bg1"/>
                </a:solidFill>
              </a:rPr>
              <a:t>, </a:t>
            </a:r>
            <a:r>
              <a:rPr lang="en-GB" sz="2400" dirty="0" err="1">
                <a:solidFill>
                  <a:schemeClr val="bg1"/>
                </a:solidFill>
              </a:rPr>
              <a:t>unește</a:t>
            </a:r>
            <a:r>
              <a:rPr lang="en-GB" sz="2400" dirty="0">
                <a:solidFill>
                  <a:schemeClr val="bg1"/>
                </a:solidFill>
              </a:rPr>
              <a:t> </a:t>
            </a:r>
            <a:r>
              <a:rPr lang="en-GB" sz="2400" dirty="0" err="1">
                <a:solidFill>
                  <a:schemeClr val="bg1"/>
                </a:solidFill>
              </a:rPr>
              <a:t>și</a:t>
            </a:r>
            <a:r>
              <a:rPr lang="en-GB" sz="2400" dirty="0">
                <a:solidFill>
                  <a:schemeClr val="bg1"/>
                </a:solidFill>
              </a:rPr>
              <a:t> </a:t>
            </a:r>
            <a:r>
              <a:rPr lang="en-GB" sz="2400" dirty="0" err="1">
                <a:solidFill>
                  <a:schemeClr val="bg1"/>
                </a:solidFill>
              </a:rPr>
              <a:t>formează</a:t>
            </a:r>
            <a:r>
              <a:rPr lang="en-GB" sz="2400" dirty="0">
                <a:solidFill>
                  <a:schemeClr val="bg1"/>
                </a:solidFill>
              </a:rPr>
              <a:t> </a:t>
            </a:r>
            <a:r>
              <a:rPr lang="en-GB" sz="2400" dirty="0" err="1">
                <a:solidFill>
                  <a:schemeClr val="bg1"/>
                </a:solidFill>
              </a:rPr>
              <a:t>campioane</a:t>
            </a:r>
            <a:r>
              <a:rPr lang="en-GB" sz="2400" dirty="0">
                <a:solidFill>
                  <a:schemeClr val="bg1"/>
                </a:solidFill>
              </a:rPr>
              <a:t>.</a:t>
            </a:r>
            <a:r>
              <a:rPr lang="ro-RO" sz="2400" dirty="0">
                <a:solidFill>
                  <a:schemeClr val="bg1"/>
                </a:solidFill>
              </a:rPr>
              <a:t> </a:t>
            </a:r>
            <a:r>
              <a:rPr lang="en-GB" sz="2400" dirty="0" err="1">
                <a:solidFill>
                  <a:schemeClr val="bg1"/>
                </a:solidFill>
              </a:rPr>
              <a:t>Alătură-te</a:t>
            </a:r>
            <a:r>
              <a:rPr lang="en-GB" sz="2400" dirty="0">
                <a:solidFill>
                  <a:schemeClr val="bg1"/>
                </a:solidFill>
              </a:rPr>
              <a:t> </a:t>
            </a:r>
            <a:r>
              <a:rPr lang="en-GB" sz="2400" dirty="0" err="1">
                <a:solidFill>
                  <a:schemeClr val="bg1"/>
                </a:solidFill>
              </a:rPr>
              <a:t>nouă</a:t>
            </a:r>
            <a:r>
              <a:rPr lang="en-GB" sz="2400" dirty="0">
                <a:solidFill>
                  <a:schemeClr val="bg1"/>
                </a:solidFill>
              </a:rPr>
              <a:t> </a:t>
            </a:r>
            <a:r>
              <a:rPr lang="en-GB" sz="2400" dirty="0" err="1">
                <a:solidFill>
                  <a:schemeClr val="bg1"/>
                </a:solidFill>
              </a:rPr>
              <a:t>și</a:t>
            </a:r>
            <a:r>
              <a:rPr lang="en-GB" sz="2400" dirty="0">
                <a:solidFill>
                  <a:schemeClr val="bg1"/>
                </a:solidFill>
              </a:rPr>
              <a:t> </a:t>
            </a:r>
            <a:r>
              <a:rPr lang="en-GB" sz="2400" dirty="0" err="1">
                <a:solidFill>
                  <a:schemeClr val="bg1"/>
                </a:solidFill>
              </a:rPr>
              <a:t>hai</a:t>
            </a:r>
            <a:r>
              <a:rPr lang="en-GB" sz="2400" dirty="0">
                <a:solidFill>
                  <a:schemeClr val="bg1"/>
                </a:solidFill>
              </a:rPr>
              <a:t> </a:t>
            </a:r>
            <a:r>
              <a:rPr lang="en-GB" sz="2400" dirty="0" err="1">
                <a:solidFill>
                  <a:schemeClr val="bg1"/>
                </a:solidFill>
              </a:rPr>
              <a:t>să</a:t>
            </a:r>
            <a:r>
              <a:rPr lang="en-GB" sz="2400" dirty="0">
                <a:solidFill>
                  <a:schemeClr val="bg1"/>
                </a:solidFill>
              </a:rPr>
              <a:t> </a:t>
            </a:r>
            <a:r>
              <a:rPr lang="en-GB" sz="2400" dirty="0" err="1">
                <a:solidFill>
                  <a:schemeClr val="bg1"/>
                </a:solidFill>
              </a:rPr>
              <a:t>construim</a:t>
            </a:r>
            <a:r>
              <a:rPr lang="en-GB" sz="2400" dirty="0">
                <a:solidFill>
                  <a:schemeClr val="bg1"/>
                </a:solidFill>
              </a:rPr>
              <a:t> </a:t>
            </a:r>
            <a:r>
              <a:rPr lang="en-GB" sz="2400" dirty="0" err="1">
                <a:solidFill>
                  <a:schemeClr val="bg1"/>
                </a:solidFill>
              </a:rPr>
              <a:t>viitorul</a:t>
            </a:r>
            <a:r>
              <a:rPr lang="en-GB" sz="2400" dirty="0">
                <a:solidFill>
                  <a:schemeClr val="bg1"/>
                </a:solidFill>
              </a:rPr>
              <a:t> </a:t>
            </a:r>
            <a:r>
              <a:rPr lang="en-GB" sz="2400" dirty="0" err="1">
                <a:solidFill>
                  <a:schemeClr val="bg1"/>
                </a:solidFill>
              </a:rPr>
              <a:t>handbalului</a:t>
            </a:r>
            <a:r>
              <a:rPr lang="en-GB" sz="2400" dirty="0">
                <a:solidFill>
                  <a:schemeClr val="bg1"/>
                </a:solidFill>
              </a:rPr>
              <a:t> </a:t>
            </a:r>
            <a:r>
              <a:rPr lang="en-GB" sz="2400" dirty="0" err="1">
                <a:solidFill>
                  <a:schemeClr val="bg1"/>
                </a:solidFill>
              </a:rPr>
              <a:t>românesc</a:t>
            </a:r>
            <a:r>
              <a:rPr lang="en-GB" sz="2400" dirty="0">
                <a:solidFill>
                  <a:schemeClr val="bg1"/>
                </a:solidFill>
              </a:rPr>
              <a:t>!</a:t>
            </a:r>
            <a:endParaRPr sz="2400" b="1" dirty="0">
              <a:solidFill>
                <a:schemeClr val="bg1"/>
              </a:solidFill>
              <a:latin typeface="+mj-lt"/>
              <a:ea typeface="Roboto"/>
              <a:cs typeface="Roboto"/>
              <a:sym typeface="Roboto"/>
            </a:endParaRPr>
          </a:p>
        </p:txBody>
      </p:sp>
      <p:sp>
        <p:nvSpPr>
          <p:cNvPr id="546" name="Google Shape;546;g371ca5ae623_0_165"/>
          <p:cNvSpPr txBox="1"/>
          <p:nvPr/>
        </p:nvSpPr>
        <p:spPr>
          <a:xfrm>
            <a:off x="983826" y="5793872"/>
            <a:ext cx="3424428" cy="1261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91433" rIns="91433" bIns="91433" anchor="t" anchorCtr="0">
            <a:spAutoFit/>
          </a:bodyPr>
          <a:lstStyle/>
          <a:p>
            <a:pPr lvl="0"/>
            <a:r>
              <a:rPr lang="en-GB" sz="1600" dirty="0">
                <a:solidFill>
                  <a:schemeClr val="bg1"/>
                </a:solidFill>
              </a:rPr>
              <a:t>Pre</a:t>
            </a:r>
            <a:r>
              <a:rPr lang="ro-RO" sz="1600" dirty="0">
                <a:solidFill>
                  <a:schemeClr val="bg1"/>
                </a:solidFill>
              </a:rPr>
              <a:t>ș</a:t>
            </a:r>
            <a:r>
              <a:rPr lang="en-GB" sz="1600" dirty="0" err="1">
                <a:solidFill>
                  <a:schemeClr val="bg1"/>
                </a:solidFill>
              </a:rPr>
              <a:t>edinte</a:t>
            </a:r>
            <a:r>
              <a:rPr lang="en-GB" sz="1600" dirty="0">
                <a:solidFill>
                  <a:schemeClr val="bg1"/>
                </a:solidFill>
              </a:rPr>
              <a:t>: </a:t>
            </a:r>
            <a:r>
              <a:rPr lang="en-GB" sz="2400" b="1" i="1" dirty="0">
                <a:solidFill>
                  <a:schemeClr val="bg1"/>
                </a:solidFill>
              </a:rPr>
              <a:t>Manole Adrian</a:t>
            </a:r>
            <a:endParaRPr lang="ro-RO" sz="2400" b="1" i="1" dirty="0">
              <a:solidFill>
                <a:schemeClr val="bg1"/>
              </a:solidFill>
            </a:endParaRPr>
          </a:p>
          <a:p>
            <a:pPr lvl="0"/>
            <a:r>
              <a:rPr lang="ro-RO" sz="1600" dirty="0">
                <a:solidFill>
                  <a:schemeClr val="bg1"/>
                </a:solidFill>
              </a:rPr>
              <a:t>Telefon</a:t>
            </a:r>
            <a:r>
              <a:rPr lang="en-GB" sz="1600" dirty="0">
                <a:solidFill>
                  <a:schemeClr val="bg1"/>
                </a:solidFill>
              </a:rPr>
              <a:t>:</a:t>
            </a:r>
            <a:r>
              <a:rPr lang="ro-RO" sz="1600" dirty="0">
                <a:solidFill>
                  <a:schemeClr val="bg1"/>
                </a:solidFill>
              </a:rPr>
              <a:t> </a:t>
            </a:r>
            <a:r>
              <a:rPr lang="ro-RO" sz="1600" b="1" i="1" dirty="0">
                <a:solidFill>
                  <a:schemeClr val="bg1"/>
                </a:solidFill>
              </a:rPr>
              <a:t>+40 763 929 090</a:t>
            </a:r>
          </a:p>
          <a:p>
            <a:pPr lvl="0"/>
            <a:r>
              <a:rPr lang="en-GB" sz="1600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Mail: </a:t>
            </a:r>
            <a:r>
              <a:rPr lang="en-GB" sz="1600" b="1" i="1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contact@dunareabraila.r</a:t>
            </a:r>
            <a:r>
              <a:rPr lang="en-GB" sz="1467" i="1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o</a:t>
            </a:r>
            <a:endParaRPr sz="1467" i="1" dirty="0">
              <a:solidFill>
                <a:schemeClr val="bg1"/>
              </a:solidFill>
              <a:latin typeface="+mj-lt"/>
              <a:ea typeface="Roboto"/>
              <a:cs typeface="Roboto"/>
              <a:sym typeface="Roboto"/>
            </a:endParaRPr>
          </a:p>
          <a:p>
            <a:r>
              <a:rPr lang="en-GB" sz="14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0D5A9E"/>
                </a:highlight>
                <a:latin typeface="+mj-lt"/>
              </a:rPr>
              <a:t> </a:t>
            </a:r>
            <a:endParaRPr sz="2400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Roboto"/>
              <a:cs typeface="Roboto"/>
              <a:sym typeface="Roboto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929C860-290E-E8CD-FB41-DC1C7FC38C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3826" y="-414258"/>
            <a:ext cx="2803289" cy="18688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</Words>
  <Application>Microsoft Office PowerPoint</Application>
  <PresentationFormat>Widescreen</PresentationFormat>
  <Paragraphs>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E-ProDesign</dc:creator>
  <cp:lastModifiedBy>E-ProDesign</cp:lastModifiedBy>
  <cp:revision>2</cp:revision>
  <dcterms:created xsi:type="dcterms:W3CDTF">2025-11-04T07:40:03Z</dcterms:created>
  <dcterms:modified xsi:type="dcterms:W3CDTF">2025-11-04T07:40:52Z</dcterms:modified>
</cp:coreProperties>
</file>