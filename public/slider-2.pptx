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>
            <a:spLocks noGrp="1"/>
          </p:cNvSpPr>
          <p:nvPr>
            <p:ph type="pic" idx="2"/>
          </p:nvPr>
        </p:nvSpPr>
        <p:spPr>
          <a:xfrm>
            <a:off x="7090579" y="854977"/>
            <a:ext cx="4191200" cy="36384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14" name="Google Shape;14;p18"/>
          <p:cNvSpPr/>
          <p:nvPr/>
        </p:nvSpPr>
        <p:spPr>
          <a:xfrm>
            <a:off x="6096000" y="298753"/>
            <a:ext cx="6092173" cy="6555129"/>
          </a:xfrm>
          <a:custGeom>
            <a:avLst/>
            <a:gdLst/>
            <a:ahLst/>
            <a:cxnLst/>
            <a:rect l="l" t="t" r="r" b="b"/>
            <a:pathLst>
              <a:path w="4926286" h="5300644" extrusionOk="0">
                <a:moveTo>
                  <a:pt x="1062452" y="1384805"/>
                </a:moveTo>
                <a:lnTo>
                  <a:pt x="956280" y="1501621"/>
                </a:lnTo>
                <a:cubicBezTo>
                  <a:pt x="597604" y="1936238"/>
                  <a:pt x="328436" y="2447463"/>
                  <a:pt x="176998" y="3007074"/>
                </a:cubicBezTo>
                <a:lnTo>
                  <a:pt x="148168" y="3135704"/>
                </a:lnTo>
                <a:lnTo>
                  <a:pt x="285220" y="3151774"/>
                </a:lnTo>
                <a:cubicBezTo>
                  <a:pt x="1101528" y="3224109"/>
                  <a:pt x="1913712" y="2947163"/>
                  <a:pt x="2523792" y="2382724"/>
                </a:cubicBezTo>
                <a:lnTo>
                  <a:pt x="2718668" y="2181215"/>
                </a:lnTo>
                <a:lnTo>
                  <a:pt x="2639592" y="2132378"/>
                </a:lnTo>
                <a:cubicBezTo>
                  <a:pt x="2244692" y="1896962"/>
                  <a:pt x="1835364" y="1694523"/>
                  <a:pt x="1418644" y="1522684"/>
                </a:cubicBezTo>
                <a:close/>
                <a:moveTo>
                  <a:pt x="3487256" y="79021"/>
                </a:moveTo>
                <a:lnTo>
                  <a:pt x="3447872" y="84026"/>
                </a:lnTo>
                <a:cubicBezTo>
                  <a:pt x="2582252" y="216290"/>
                  <a:pt x="1807420" y="624446"/>
                  <a:pt x="1215924" y="1215942"/>
                </a:cubicBezTo>
                <a:lnTo>
                  <a:pt x="1089592" y="1354942"/>
                </a:lnTo>
                <a:lnTo>
                  <a:pt x="1433112" y="1487914"/>
                </a:lnTo>
                <a:cubicBezTo>
                  <a:pt x="1851524" y="1660455"/>
                  <a:pt x="2262532" y="1863730"/>
                  <a:pt x="2659084" y="2100145"/>
                </a:cubicBezTo>
                <a:lnTo>
                  <a:pt x="2745472" y="2153500"/>
                </a:lnTo>
                <a:lnTo>
                  <a:pt x="2753700" y="2144991"/>
                </a:lnTo>
                <a:cubicBezTo>
                  <a:pt x="3220760" y="1605056"/>
                  <a:pt x="3483184" y="910127"/>
                  <a:pt x="3489300" y="187028"/>
                </a:cubicBezTo>
                <a:close/>
                <a:moveTo>
                  <a:pt x="3504076" y="18"/>
                </a:moveTo>
                <a:cubicBezTo>
                  <a:pt x="3514464" y="-442"/>
                  <a:pt x="3523272" y="7589"/>
                  <a:pt x="3523752" y="17976"/>
                </a:cubicBezTo>
                <a:lnTo>
                  <a:pt x="3524100" y="36390"/>
                </a:lnTo>
                <a:lnTo>
                  <a:pt x="3645352" y="20982"/>
                </a:lnTo>
                <a:cubicBezTo>
                  <a:pt x="3781852" y="7120"/>
                  <a:pt x="3920356" y="18"/>
                  <a:pt x="4060516" y="18"/>
                </a:cubicBezTo>
                <a:cubicBezTo>
                  <a:pt x="4340836" y="18"/>
                  <a:pt x="4614522" y="28424"/>
                  <a:pt x="4878852" y="82513"/>
                </a:cubicBezTo>
                <a:lnTo>
                  <a:pt x="4926286" y="93461"/>
                </a:lnTo>
                <a:lnTo>
                  <a:pt x="4926286" y="132103"/>
                </a:lnTo>
                <a:lnTo>
                  <a:pt x="4871262" y="119403"/>
                </a:lnTo>
                <a:cubicBezTo>
                  <a:pt x="4609384" y="65815"/>
                  <a:pt x="4338236" y="37673"/>
                  <a:pt x="4060516" y="37673"/>
                </a:cubicBezTo>
                <a:cubicBezTo>
                  <a:pt x="3921656" y="37673"/>
                  <a:pt x="3784436" y="44709"/>
                  <a:pt x="3649200" y="58443"/>
                </a:cubicBezTo>
                <a:lnTo>
                  <a:pt x="3524816" y="74249"/>
                </a:lnTo>
                <a:lnTo>
                  <a:pt x="3526952" y="187357"/>
                </a:lnTo>
                <a:cubicBezTo>
                  <a:pt x="3520760" y="919402"/>
                  <a:pt x="3255076" y="1622961"/>
                  <a:pt x="2782160" y="2169652"/>
                </a:cubicBezTo>
                <a:lnTo>
                  <a:pt x="2778220" y="2173726"/>
                </a:lnTo>
                <a:lnTo>
                  <a:pt x="2895224" y="2245991"/>
                </a:lnTo>
                <a:cubicBezTo>
                  <a:pt x="3051420" y="2345898"/>
                  <a:pt x="3205076" y="2451185"/>
                  <a:pt x="3355740" y="2562006"/>
                </a:cubicBezTo>
                <a:lnTo>
                  <a:pt x="3640488" y="2783540"/>
                </a:lnTo>
                <a:lnTo>
                  <a:pt x="3735428" y="2704450"/>
                </a:lnTo>
                <a:cubicBezTo>
                  <a:pt x="4045612" y="2456296"/>
                  <a:pt x="4376092" y="2233704"/>
                  <a:pt x="4727490" y="2038572"/>
                </a:cubicBezTo>
                <a:lnTo>
                  <a:pt x="4926286" y="1935452"/>
                </a:lnTo>
                <a:lnTo>
                  <a:pt x="4926286" y="1977865"/>
                </a:lnTo>
                <a:lnTo>
                  <a:pt x="4745854" y="2071456"/>
                </a:lnTo>
                <a:cubicBezTo>
                  <a:pt x="4396244" y="2265588"/>
                  <a:pt x="4067454" y="2487043"/>
                  <a:pt x="3758848" y="2733941"/>
                </a:cubicBezTo>
                <a:lnTo>
                  <a:pt x="3670908" y="2807204"/>
                </a:lnTo>
                <a:lnTo>
                  <a:pt x="3711364" y="2838679"/>
                </a:lnTo>
                <a:cubicBezTo>
                  <a:pt x="3827836" y="2934497"/>
                  <a:pt x="3942164" y="3033936"/>
                  <a:pt x="4054116" y="3137073"/>
                </a:cubicBezTo>
                <a:cubicBezTo>
                  <a:pt x="4333664" y="3394610"/>
                  <a:pt x="4591708" y="3669514"/>
                  <a:pt x="4826712" y="3962293"/>
                </a:cubicBezTo>
                <a:lnTo>
                  <a:pt x="4865096" y="4012071"/>
                </a:lnTo>
                <a:lnTo>
                  <a:pt x="4926286" y="3970625"/>
                </a:lnTo>
                <a:lnTo>
                  <a:pt x="4926286" y="4016109"/>
                </a:lnTo>
                <a:lnTo>
                  <a:pt x="4888136" y="4041951"/>
                </a:lnTo>
                <a:lnTo>
                  <a:pt x="4926286" y="4091427"/>
                </a:lnTo>
                <a:lnTo>
                  <a:pt x="4926286" y="4153084"/>
                </a:lnTo>
                <a:lnTo>
                  <a:pt x="4856904" y="4063106"/>
                </a:lnTo>
                <a:lnTo>
                  <a:pt x="4789156" y="4108995"/>
                </a:lnTo>
                <a:cubicBezTo>
                  <a:pt x="4380554" y="4409072"/>
                  <a:pt x="4044508" y="4807876"/>
                  <a:pt x="3822444" y="5264544"/>
                </a:cubicBezTo>
                <a:lnTo>
                  <a:pt x="3806742" y="5300644"/>
                </a:lnTo>
                <a:lnTo>
                  <a:pt x="3765558" y="5300644"/>
                </a:lnTo>
                <a:lnTo>
                  <a:pt x="3788210" y="5248570"/>
                </a:lnTo>
                <a:cubicBezTo>
                  <a:pt x="4013078" y="4786119"/>
                  <a:pt x="4353376" y="4382271"/>
                  <a:pt x="4767160" y="4078406"/>
                </a:cubicBezTo>
                <a:lnTo>
                  <a:pt x="4833864" y="4033225"/>
                </a:lnTo>
                <a:lnTo>
                  <a:pt x="4797284" y="3985790"/>
                </a:lnTo>
                <a:cubicBezTo>
                  <a:pt x="4563480" y="3694510"/>
                  <a:pt x="4306744" y="3421009"/>
                  <a:pt x="4028604" y="3164767"/>
                </a:cubicBezTo>
                <a:cubicBezTo>
                  <a:pt x="3917156" y="3062095"/>
                  <a:pt x="3803336" y="2963102"/>
                  <a:pt x="3687376" y="2867709"/>
                </a:cubicBezTo>
                <a:lnTo>
                  <a:pt x="3641304" y="2831866"/>
                </a:lnTo>
                <a:lnTo>
                  <a:pt x="3537960" y="2917961"/>
                </a:lnTo>
                <a:cubicBezTo>
                  <a:pt x="3248160" y="3169232"/>
                  <a:pt x="2977192" y="3443998"/>
                  <a:pt x="2724484" y="3740546"/>
                </a:cubicBezTo>
                <a:cubicBezTo>
                  <a:pt x="2378832" y="4146159"/>
                  <a:pt x="2079816" y="4576607"/>
                  <a:pt x="1823718" y="5020709"/>
                </a:cubicBezTo>
                <a:lnTo>
                  <a:pt x="1670104" y="5300644"/>
                </a:lnTo>
                <a:lnTo>
                  <a:pt x="1627144" y="5300644"/>
                </a:lnTo>
                <a:lnTo>
                  <a:pt x="1791174" y="5001740"/>
                </a:lnTo>
                <a:cubicBezTo>
                  <a:pt x="2048344" y="4555800"/>
                  <a:pt x="2348638" y="4123532"/>
                  <a:pt x="2695820" y="3716124"/>
                </a:cubicBezTo>
                <a:cubicBezTo>
                  <a:pt x="2949788" y="3418100"/>
                  <a:pt x="3222128" y="3141951"/>
                  <a:pt x="3513408" y="2889406"/>
                </a:cubicBezTo>
                <a:lnTo>
                  <a:pt x="3610884" y="2808202"/>
                </a:lnTo>
                <a:lnTo>
                  <a:pt x="3333300" y="2592254"/>
                </a:lnTo>
                <a:cubicBezTo>
                  <a:pt x="3183284" y="2481917"/>
                  <a:pt x="3030280" y="2377084"/>
                  <a:pt x="2874744" y="2277604"/>
                </a:cubicBezTo>
                <a:lnTo>
                  <a:pt x="2751416" y="2201439"/>
                </a:lnTo>
                <a:lnTo>
                  <a:pt x="2549364" y="2410364"/>
                </a:lnTo>
                <a:cubicBezTo>
                  <a:pt x="1931472" y="2982032"/>
                  <a:pt x="1108784" y="3262556"/>
                  <a:pt x="281896" y="3189282"/>
                </a:cubicBezTo>
                <a:lnTo>
                  <a:pt x="139890" y="3172631"/>
                </a:lnTo>
                <a:lnTo>
                  <a:pt x="100488" y="3348421"/>
                </a:lnTo>
                <a:cubicBezTo>
                  <a:pt x="59202" y="3579555"/>
                  <a:pt x="37656" y="3817528"/>
                  <a:pt x="37656" y="4060533"/>
                </a:cubicBezTo>
                <a:cubicBezTo>
                  <a:pt x="37656" y="4425041"/>
                  <a:pt x="86136" y="4778226"/>
                  <a:pt x="176998" y="5113993"/>
                </a:cubicBezTo>
                <a:lnTo>
                  <a:pt x="236300" y="5300644"/>
                </a:lnTo>
                <a:lnTo>
                  <a:pt x="196816" y="5300644"/>
                </a:lnTo>
                <a:lnTo>
                  <a:pt x="140646" y="5123853"/>
                </a:lnTo>
                <a:cubicBezTo>
                  <a:pt x="48934" y="4784944"/>
                  <a:pt x="0" y="4428453"/>
                  <a:pt x="0" y="4060533"/>
                </a:cubicBezTo>
                <a:cubicBezTo>
                  <a:pt x="0" y="3815253"/>
                  <a:pt x="21748" y="3575052"/>
                  <a:pt x="63422" y="3341755"/>
                </a:cubicBezTo>
                <a:lnTo>
                  <a:pt x="103856" y="3161361"/>
                </a:lnTo>
                <a:lnTo>
                  <a:pt x="100612" y="3148540"/>
                </a:lnTo>
                <a:cubicBezTo>
                  <a:pt x="101364" y="3143396"/>
                  <a:pt x="104130" y="3139043"/>
                  <a:pt x="107994" y="3136164"/>
                </a:cubicBezTo>
                <a:lnTo>
                  <a:pt x="109592" y="3135759"/>
                </a:lnTo>
                <a:lnTo>
                  <a:pt x="140648" y="2997213"/>
                </a:lnTo>
                <a:cubicBezTo>
                  <a:pt x="293502" y="2432364"/>
                  <a:pt x="565190" y="1916354"/>
                  <a:pt x="927224" y="1477669"/>
                </a:cubicBezTo>
                <a:lnTo>
                  <a:pt x="1024852" y="1370251"/>
                </a:lnTo>
                <a:lnTo>
                  <a:pt x="1016560" y="1367040"/>
                </a:lnTo>
                <a:cubicBezTo>
                  <a:pt x="1006784" y="1363496"/>
                  <a:pt x="1001732" y="1352699"/>
                  <a:pt x="1005276" y="1342923"/>
                </a:cubicBezTo>
                <a:cubicBezTo>
                  <a:pt x="1008816" y="1333147"/>
                  <a:pt x="1019616" y="1328095"/>
                  <a:pt x="1029392" y="1331638"/>
                </a:cubicBezTo>
                <a:lnTo>
                  <a:pt x="1051996" y="1340388"/>
                </a:lnTo>
                <a:lnTo>
                  <a:pt x="1189300" y="1189316"/>
                </a:lnTo>
                <a:cubicBezTo>
                  <a:pt x="1786332" y="592284"/>
                  <a:pt x="2568416" y="180307"/>
                  <a:pt x="3442140" y="46805"/>
                </a:cubicBezTo>
                <a:lnTo>
                  <a:pt x="3486544" y="41162"/>
                </a:lnTo>
                <a:lnTo>
                  <a:pt x="3486136" y="19716"/>
                </a:lnTo>
                <a:cubicBezTo>
                  <a:pt x="3485656" y="9329"/>
                  <a:pt x="3493688" y="519"/>
                  <a:pt x="3504076" y="18"/>
                </a:cubicBezTo>
                <a:close/>
              </a:path>
            </a:pathLst>
          </a:custGeom>
          <a:solidFill>
            <a:srgbClr val="DFEFF5">
              <a:alpha val="6666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>
            <a:spLocks noGrp="1"/>
          </p:cNvSpPr>
          <p:nvPr>
            <p:ph type="pic" idx="3"/>
          </p:nvPr>
        </p:nvSpPr>
        <p:spPr>
          <a:xfrm>
            <a:off x="5854700" y="2058117"/>
            <a:ext cx="4544000" cy="39448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2602426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584AA-CDB7-4B34-8B28-A0282E69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BE6C1-7E3B-4B2B-990C-50AC3982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55B6-F123-49D0-84F5-2CFC374F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82DE9-59B0-49CB-9D4F-0F602F85678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115E3-F124-426E-8989-367871567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3D7DA-198E-418B-9917-52EEC3353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E6BE3-B8DE-4766-A796-B4ACCA24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0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jpg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49F762-A8FD-11AC-AE28-9C5093390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96;p2">
            <a:extLst>
              <a:ext uri="{FF2B5EF4-FFF2-40B4-BE49-F238E27FC236}">
                <a16:creationId xmlns:a16="http://schemas.microsoft.com/office/drawing/2014/main" id="{4B9D815B-78B6-855F-2A10-3F5B263B67B8}"/>
              </a:ext>
            </a:extLst>
          </p:cNvPr>
          <p:cNvSpPr txBox="1"/>
          <p:nvPr/>
        </p:nvSpPr>
        <p:spPr>
          <a:xfrm>
            <a:off x="457734" y="5599618"/>
            <a:ext cx="1098034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HC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Dunărea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Brăila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este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cel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mai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succes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club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sportiv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echipă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din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Brăila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, cu o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istorie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care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începe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anii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’70,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odată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cu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formarea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unei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echipe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feminine de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handbal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cadrul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combinatului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CCH. </a:t>
            </a:r>
            <a:endParaRPr sz="1200" dirty="0">
              <a:solidFill>
                <a:schemeClr val="bg1"/>
              </a:solidFill>
              <a:latin typeface="Arial "/>
              <a:ea typeface="Roboto"/>
              <a:cs typeface="Roboto"/>
              <a:sym typeface="Roboto"/>
            </a:endParaRPr>
          </a:p>
          <a:p>
            <a:endParaRPr sz="1200" dirty="0">
              <a:solidFill>
                <a:schemeClr val="bg1"/>
              </a:solidFill>
              <a:latin typeface="Arial "/>
              <a:ea typeface="Roboto"/>
              <a:cs typeface="Roboto"/>
              <a:sym typeface="Roboto"/>
            </a:endParaRPr>
          </a:p>
          <a:p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Clubul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actual a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fost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fondat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oficial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1997,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iar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începând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cu 2005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activează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constant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Liga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Națională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devenind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un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reper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al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handbalului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românesc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. De-a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lungul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timpului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, a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purtat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Brăila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pe scena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europeană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, cu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peste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9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participări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interna</a:t>
            </a:r>
            <a:r>
              <a:rPr lang="ro-RO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ț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ionale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competițiile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EHF, Challenge Cup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 Cupa </a:t>
            </a:r>
            <a:r>
              <a:rPr lang="en-GB" sz="1200" dirty="0" err="1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Cupelor</a:t>
            </a:r>
            <a:r>
              <a:rPr lang="en-GB" sz="1200" dirty="0">
                <a:solidFill>
                  <a:schemeClr val="bg1"/>
                </a:solidFill>
                <a:latin typeface="Arial "/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bg1"/>
              </a:solidFill>
              <a:latin typeface="Arial 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23482-D8C1-6414-C1DA-EE2ACAB19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017" y="412318"/>
            <a:ext cx="2803289" cy="1868860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2739D62-542A-2A61-1738-4820C6CD5BFD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3325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2025-11-04T07:34:35Z</dcterms:created>
  <dcterms:modified xsi:type="dcterms:W3CDTF">2025-11-04T07:40:59Z</dcterms:modified>
</cp:coreProperties>
</file>