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F64DD-7D2D-4D1D-BAB9-3E676FCA7C2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52FA3-D626-4A55-B20D-B7CD385C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71502a4ebc_4_1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371502a4ebc_4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31775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24EC6D-3DEB-4F12-A5A5-2A77AB5F8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CD458-E06C-41D4-9E8B-7035EF0AA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D61D1-2031-46AF-845C-C55B10FB80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EEF4E-16E8-4442-B39C-C54436E3618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06624-2C61-4502-B4B6-9C75E85CE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4409D-B8D4-4922-A969-129475AD2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5FC6A-BB91-4C26-A2B3-0BFCCD2F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jp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1502a4ebc_4_176"/>
          <p:cNvSpPr/>
          <p:nvPr/>
        </p:nvSpPr>
        <p:spPr>
          <a:xfrm>
            <a:off x="5091800" y="-1"/>
            <a:ext cx="6096000" cy="6858000"/>
          </a:xfrm>
          <a:prstGeom prst="parallelogram">
            <a:avLst>
              <a:gd name="adj" fmla="val 49883"/>
            </a:avLst>
          </a:prstGeom>
          <a:solidFill>
            <a:srgbClr val="254480">
              <a:alpha val="10000"/>
            </a:srgb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71502a4ebc_4_176"/>
          <p:cNvSpPr/>
          <p:nvPr/>
        </p:nvSpPr>
        <p:spPr>
          <a:xfrm>
            <a:off x="5916900" y="0"/>
            <a:ext cx="6275200" cy="6858000"/>
          </a:xfrm>
          <a:prstGeom prst="parallelogram">
            <a:avLst>
              <a:gd name="adj" fmla="val 49883"/>
            </a:avLst>
          </a:prstGeom>
          <a:solidFill>
            <a:srgbClr val="254480">
              <a:alpha val="10000"/>
            </a:srgb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71502a4ebc_4_176"/>
          <p:cNvSpPr txBox="1"/>
          <p:nvPr/>
        </p:nvSpPr>
        <p:spPr>
          <a:xfrm>
            <a:off x="394603" y="1432748"/>
            <a:ext cx="6203600" cy="88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3733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SALA DE SPORT</a:t>
            </a:r>
          </a:p>
          <a:p>
            <a:endParaRPr lang="en-GB" sz="1400" dirty="0">
              <a:solidFill>
                <a:srgbClr val="2E3A90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pic>
        <p:nvPicPr>
          <p:cNvPr id="385" name="Google Shape;385;g371502a4ebc_4_176" title="SALA DE SPORT_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1350" y="408061"/>
            <a:ext cx="3967551" cy="2975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71502a4ebc_4_176" title="Sala de conferințe,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1351" y="3583394"/>
            <a:ext cx="3966740" cy="29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71502a4ebc_4_176"/>
          <p:cNvSpPr txBox="1"/>
          <p:nvPr/>
        </p:nvSpPr>
        <p:spPr>
          <a:xfrm>
            <a:off x="394602" y="5081134"/>
            <a:ext cx="6585375" cy="1292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r>
              <a:rPr lang="en-GB" sz="1200" b="1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Sala de </a:t>
            </a:r>
            <a:r>
              <a:rPr lang="en-GB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conferințe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un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spațiu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vital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întâlnirile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oficiale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conferințele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presă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evenimentele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sponsorizate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a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fost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complet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renovată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a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oferi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un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cadru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profesionist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confortabil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 Un aspect important al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acestei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săli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este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utilizarea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analizele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video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premergătoare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fiecărui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meci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  <a:sym typeface="Roboto"/>
            </a:endParaRPr>
          </a:p>
          <a:p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Un aspect important al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acestei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săli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este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utilizarea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analizele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video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premergătoare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fiecărui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meci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  <a:sym typeface="Roboto"/>
            </a:endParaRPr>
          </a:p>
          <a:p>
            <a:endParaRPr sz="1200" dirty="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g371502a4ebc_4_176"/>
          <p:cNvSpPr txBox="1"/>
          <p:nvPr/>
        </p:nvSpPr>
        <p:spPr>
          <a:xfrm>
            <a:off x="394602" y="2325261"/>
            <a:ext cx="6529489" cy="92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r>
              <a:rPr lang="en-GB" sz="1200" b="1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Sala de sport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a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beneficiat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lucrări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modernizare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care au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inclus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îmbunătățirea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condițiilor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confort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sportive.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Aceste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investiții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au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fost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esențiale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a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asigura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un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mediu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optim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pregătire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permițându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-le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jucătoarelor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se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antreneze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condiții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de top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maximizeze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performanțele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competiții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g371502a4ebc_4_176"/>
          <p:cNvSpPr txBox="1"/>
          <p:nvPr/>
        </p:nvSpPr>
        <p:spPr>
          <a:xfrm>
            <a:off x="394602" y="391475"/>
            <a:ext cx="7385796" cy="8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 alt pas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semnificativ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dezvoltarea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infrastructurii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Clubului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Dunărea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Brăila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fost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renovarea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sălii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sport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sălii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conferințe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ambele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având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 impact direct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asupra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activității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zilnice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echipei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dar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asupra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imaginii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3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clubului</a:t>
            </a:r>
            <a:r>
              <a:rPr lang="en-GB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sz="1333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0" name="Google Shape;390;g371502a4ebc_4_176"/>
          <p:cNvSpPr txBox="1"/>
          <p:nvPr/>
        </p:nvSpPr>
        <p:spPr>
          <a:xfrm>
            <a:off x="394603" y="4271802"/>
            <a:ext cx="6203600" cy="91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3733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SALA DE CONFERINȚĂ</a:t>
            </a:r>
          </a:p>
          <a:p>
            <a:endParaRPr lang="en-GB" sz="1600" dirty="0">
              <a:solidFill>
                <a:srgbClr val="2E3A90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BC70B4A3-5701-1804-73DE-AFE6B1D82A47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rgbClr val="2E3A90"/>
          </a:solidFill>
          <a:ln>
            <a:solidFill>
              <a:srgbClr val="2E3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 ExtraBold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2025-11-04T07:37:59Z</dcterms:created>
  <dcterms:modified xsi:type="dcterms:W3CDTF">2025-11-04T07:38:02Z</dcterms:modified>
</cp:coreProperties>
</file>