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jpg" ContentType="image/jpeg"/>
  <Default Extension="rels" ContentType="application/vnd.openxmlformats-package.relationships+xml"/>
  <Override PartName="/ppt/presentation.xml" ContentType="application/vnd.openxmlformats-officedocument.presentationml.presentation.main+xml"/>
  <Override PartName="/ppt/authors.xml" ContentType="application/vnd.ms-powerpoint.authors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comments/modernComment_10D_0.xml" ContentType="application/vnd.ms-powerpoint.comments+xml"/>
  <Override PartName="/ppt/notesSlides/notesSlide1.xml" ContentType="application/vnd.openxmlformats-officedocument.presentationml.notesSlide+xml"/>
  <Override PartName="/ppt/slideLayouts/slideLayout12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app.xml" ContentType="application/vnd.openxmlformats-officedocument.extended-properties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Id3" /><Relationship Type="http://schemas.openxmlformats.org/package/2006/relationships/metadata/thumbnail" Target="/docProps/thumbnail.jpeg" Id="rId2" /><Relationship Type="http://schemas.openxmlformats.org/officeDocument/2006/relationships/officeDocument" Target="/ppt/presentation.xml" Id="rId1" /><Relationship Type="http://schemas.openxmlformats.org/officeDocument/2006/relationships/extended-properties" Target="/docProps/app.xml" Id="rId4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69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A37CBBB-179E-E377-14EF-11BBA7B88590}" name="Ligia Stanciu" initials="LS" userId="S::ligia.stanciu@wisebrand.ro::f569cc53-0f82-448e-b342-a4080b09b8e1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9" d="100"/>
          <a:sy n="69" d="100"/>
        </p:scale>
        <p:origin x="90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microsoft.com/office/2018/10/relationships/authors" Target="/ppt/authors.xml" Id="rId8" /><Relationship Type="http://schemas.openxmlformats.org/officeDocument/2006/relationships/notesMaster" Target="/ppt/notesMasters/notesMaster1.xml" Id="rId3" /><Relationship Type="http://schemas.openxmlformats.org/officeDocument/2006/relationships/tableStyles" Target="/ppt/tableStyles.xml" Id="rId7" /><Relationship Type="http://schemas.openxmlformats.org/officeDocument/2006/relationships/slide" Target="/ppt/slides/slide1.xml" Id="rId2" /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6" /><Relationship Type="http://schemas.openxmlformats.org/officeDocument/2006/relationships/viewProps" Target="/ppt/viewProps.xml" Id="rId5" /><Relationship Type="http://schemas.openxmlformats.org/officeDocument/2006/relationships/presProps" Target="/ppt/presProps.xml" Id="rId4" /></Relationships>
</file>

<file path=ppt/comments/modernComment_10D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CF535D6D-6D1D-B644-833E-0F8F547CE6B5}" authorId="{FA37CBBB-179E-E377-14EF-11BBA7B88590}" status="resolved" created="2025-08-28T09:06:57.859">
    <pc:sldMkLst xmlns:pc="http://schemas.microsoft.com/office/powerpoint/2013/main/command">
      <pc:docMk/>
      <pc:sldMk cId="0" sldId="269"/>
    </pc:sldMkLst>
    <p188:replyLst>
      <p188:reply id="{C1A86043-11C6-4E4A-9909-D90A91AAA69F}" authorId="{FA37CBBB-179E-E377-14EF-11BBA7B88590}" created="2025-08-28T09:07:33.030">
        <p188:txBody>
          <a:bodyPr/>
          <a:lstStyle/>
          <a:p>
            <a:r>
              <a:rPr lang="ro-RO"/>
              <a:t>Included cuvântul familie - apartenență
</a:t>
            </a:r>
          </a:p>
        </p188:txBody>
      </p188:reply>
    </p188:replyLst>
    <p188:txBody>
      <a:bodyPr/>
      <a:lstStyle/>
      <a:p>
        <a:r>
          <a:rPr lang="ro-RO"/>
          <a:t>Poză mai noua</a:t>
        </a:r>
      </a:p>
    </p188:txBody>
  </p188:cm>
</p188:cmLst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theme/theme2.xml" Id="rId1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9C1FDF-CEBD-415D-8705-6B02EE5E2395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011E50-5102-40DE-B677-968A891B32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04122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Id2" /><Relationship Type="http://schemas.openxmlformats.org/officeDocument/2006/relationships/notesMaster" Target="/ppt/notesMasters/notesMaster1.xml" Id="rId1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71502a4ebc_0_1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371502a4ebc_0_1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371502a4ebc_0_1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</p:spTree>
  </p:cSld>
  <p:clrMapOvr>
    <a:masterClrMapping/>
  </p:clrMapOvr>
</p:note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Title Slide">
  <p:cSld name="5_Title Slide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1"/>
          <p:cNvSpPr>
            <a:spLocks noGrp="1"/>
          </p:cNvSpPr>
          <p:nvPr>
            <p:ph type="pic" idx="2"/>
          </p:nvPr>
        </p:nvSpPr>
        <p:spPr>
          <a:xfrm>
            <a:off x="5500913" y="-1"/>
            <a:ext cx="6691200" cy="6858000"/>
          </a:xfrm>
          <a:prstGeom prst="rect">
            <a:avLst/>
          </a:prstGeom>
          <a:solidFill>
            <a:srgbClr val="FFECCC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3659597433"/>
      </p:ext>
    </p:extLst>
  </p:cSld>
  <p:clrMapOvr>
    <a:masterClrMapping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Id13" /><Relationship Type="http://schemas.openxmlformats.org/officeDocument/2006/relationships/slideLayout" Target="/ppt/slideLayouts/slideLayout12.xml" Id="rId12" /></Relationships>
</file>

<file path=ppt/slideMasters/slideMaster1.xml><?xml version="1.0" encoding="utf-8"?>
<p:sldMaster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148F5B7-E08F-424B-A514-583FBB092F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342A8F-FBA2-4CD3-BAA7-605F4908AF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9DA39A-1437-4510-8588-5A30469BF38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AEA02B-51CA-49D7-A9AF-AC1D4F8665D7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3C1C14-F9E2-46F4-AF98-BBA30C3AC0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9C686A-388C-4F80-A73A-722E9EB8D9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F46E67-F15B-4EE0-8004-89CEC28805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09331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microsoft.com/office/2018/10/relationships/comments" Target="/ppt/comments/modernComment_10D_0.xml" Id="rId3" /><Relationship Type="http://schemas.openxmlformats.org/officeDocument/2006/relationships/notesSlide" Target="/ppt/notesSlides/notesSlide1.xml" Id="rId2" /><Relationship Type="http://schemas.openxmlformats.org/officeDocument/2006/relationships/slideLayout" Target="/ppt/slideLayouts/slideLayout12.xml" Id="rId1" /><Relationship Type="http://schemas.openxmlformats.org/officeDocument/2006/relationships/image" Target="/ppt/media/image2.png" Id="rId5" /><Relationship Type="http://schemas.openxmlformats.org/officeDocument/2006/relationships/image" Target="/ppt/media/image1.jpg" Id="rId4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66A711C-FB70-E92B-649D-F627C91AD0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84" name="Google Shape;284;g371502a4ebc_0_110"/>
          <p:cNvSpPr txBox="1"/>
          <p:nvPr/>
        </p:nvSpPr>
        <p:spPr>
          <a:xfrm>
            <a:off x="529732" y="4469713"/>
            <a:ext cx="11483513" cy="2062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spAutoFit/>
          </a:bodyPr>
          <a:lstStyle/>
          <a:p>
            <a:r>
              <a:rPr lang="en-GB" sz="1600" dirty="0">
                <a:solidFill>
                  <a:schemeClr val="bg1"/>
                </a:solidFill>
              </a:rPr>
              <a:t>De-a </a:t>
            </a:r>
            <a:r>
              <a:rPr lang="en-GB" sz="1600" dirty="0" err="1">
                <a:solidFill>
                  <a:schemeClr val="bg1"/>
                </a:solidFill>
              </a:rPr>
              <a:t>lungul</a:t>
            </a:r>
            <a:r>
              <a:rPr lang="en-GB" sz="1600" dirty="0">
                <a:solidFill>
                  <a:schemeClr val="bg1"/>
                </a:solidFill>
              </a:rPr>
              <a:t> </a:t>
            </a:r>
            <a:r>
              <a:rPr lang="en-GB" sz="1600" dirty="0" err="1">
                <a:solidFill>
                  <a:schemeClr val="bg1"/>
                </a:solidFill>
              </a:rPr>
              <a:t>timpului</a:t>
            </a:r>
            <a:r>
              <a:rPr lang="en-GB" sz="1600" dirty="0">
                <a:solidFill>
                  <a:schemeClr val="bg1"/>
                </a:solidFill>
              </a:rPr>
              <a:t>, HC </a:t>
            </a:r>
            <a:r>
              <a:rPr lang="en-GB" sz="1600" dirty="0" err="1">
                <a:solidFill>
                  <a:schemeClr val="bg1"/>
                </a:solidFill>
              </a:rPr>
              <a:t>Dunărea</a:t>
            </a:r>
            <a:r>
              <a:rPr lang="en-GB" sz="1600" dirty="0">
                <a:solidFill>
                  <a:schemeClr val="bg1"/>
                </a:solidFill>
              </a:rPr>
              <a:t> </a:t>
            </a:r>
            <a:r>
              <a:rPr lang="en-GB" sz="1600" dirty="0" err="1">
                <a:solidFill>
                  <a:schemeClr val="bg1"/>
                </a:solidFill>
              </a:rPr>
              <a:t>Brăila</a:t>
            </a:r>
            <a:r>
              <a:rPr lang="en-GB" sz="1600" dirty="0">
                <a:solidFill>
                  <a:schemeClr val="bg1"/>
                </a:solidFill>
              </a:rPr>
              <a:t> a </a:t>
            </a:r>
            <a:r>
              <a:rPr lang="en-GB" sz="1600" dirty="0" err="1">
                <a:solidFill>
                  <a:schemeClr val="bg1"/>
                </a:solidFill>
              </a:rPr>
              <a:t>devenit</a:t>
            </a:r>
            <a:r>
              <a:rPr lang="en-GB" sz="1600" dirty="0">
                <a:solidFill>
                  <a:schemeClr val="bg1"/>
                </a:solidFill>
              </a:rPr>
              <a:t> </a:t>
            </a:r>
            <a:r>
              <a:rPr lang="en-GB" sz="1600" dirty="0" err="1">
                <a:solidFill>
                  <a:schemeClr val="bg1"/>
                </a:solidFill>
              </a:rPr>
              <a:t>mai</a:t>
            </a:r>
            <a:r>
              <a:rPr lang="en-GB" sz="1600" dirty="0">
                <a:solidFill>
                  <a:schemeClr val="bg1"/>
                </a:solidFill>
              </a:rPr>
              <a:t> </a:t>
            </a:r>
            <a:r>
              <a:rPr lang="en-GB" sz="1600" dirty="0" err="1">
                <a:solidFill>
                  <a:schemeClr val="bg1"/>
                </a:solidFill>
              </a:rPr>
              <a:t>mult</a:t>
            </a:r>
            <a:r>
              <a:rPr lang="en-GB" sz="1600" dirty="0">
                <a:solidFill>
                  <a:schemeClr val="bg1"/>
                </a:solidFill>
              </a:rPr>
              <a:t> </a:t>
            </a:r>
            <a:r>
              <a:rPr lang="en-GB" sz="1600" dirty="0" err="1">
                <a:solidFill>
                  <a:schemeClr val="bg1"/>
                </a:solidFill>
              </a:rPr>
              <a:t>decât</a:t>
            </a:r>
            <a:r>
              <a:rPr lang="en-GB" sz="1600" dirty="0">
                <a:solidFill>
                  <a:schemeClr val="bg1"/>
                </a:solidFill>
              </a:rPr>
              <a:t> un club – a </a:t>
            </a:r>
            <a:r>
              <a:rPr lang="en-GB" sz="1600" dirty="0" err="1">
                <a:solidFill>
                  <a:schemeClr val="bg1"/>
                </a:solidFill>
              </a:rPr>
              <a:t>devenit</a:t>
            </a:r>
            <a:r>
              <a:rPr lang="en-GB" sz="1600" dirty="0">
                <a:solidFill>
                  <a:schemeClr val="bg1"/>
                </a:solidFill>
              </a:rPr>
              <a:t> o </a:t>
            </a:r>
            <a:r>
              <a:rPr lang="en-GB" sz="1600" b="1" dirty="0" err="1">
                <a:solidFill>
                  <a:schemeClr val="bg1"/>
                </a:solidFill>
              </a:rPr>
              <a:t>familie</a:t>
            </a:r>
            <a:r>
              <a:rPr lang="en-GB" sz="1600" dirty="0">
                <a:solidFill>
                  <a:schemeClr val="bg1"/>
                </a:solidFill>
              </a:rPr>
              <a:t>. O </a:t>
            </a:r>
            <a:r>
              <a:rPr lang="en-GB" sz="1600" dirty="0" err="1">
                <a:solidFill>
                  <a:schemeClr val="bg1"/>
                </a:solidFill>
              </a:rPr>
              <a:t>familie</a:t>
            </a:r>
            <a:r>
              <a:rPr lang="en-GB" sz="1600" dirty="0">
                <a:solidFill>
                  <a:schemeClr val="bg1"/>
                </a:solidFill>
              </a:rPr>
              <a:t> </a:t>
            </a:r>
            <a:r>
              <a:rPr lang="en-GB" sz="1600" dirty="0" err="1">
                <a:solidFill>
                  <a:schemeClr val="bg1"/>
                </a:solidFill>
              </a:rPr>
              <a:t>construită</a:t>
            </a:r>
            <a:r>
              <a:rPr lang="en-GB" sz="1600" dirty="0">
                <a:solidFill>
                  <a:schemeClr val="bg1"/>
                </a:solidFill>
              </a:rPr>
              <a:t> pe </a:t>
            </a:r>
            <a:r>
              <a:rPr lang="en-GB" sz="1600" dirty="0" err="1">
                <a:solidFill>
                  <a:schemeClr val="bg1"/>
                </a:solidFill>
              </a:rPr>
              <a:t>performanță</a:t>
            </a:r>
            <a:r>
              <a:rPr lang="en-GB" sz="1600" dirty="0">
                <a:solidFill>
                  <a:schemeClr val="bg1"/>
                </a:solidFill>
              </a:rPr>
              <a:t>, </a:t>
            </a:r>
            <a:r>
              <a:rPr lang="en-GB" sz="1600" dirty="0" err="1">
                <a:solidFill>
                  <a:schemeClr val="bg1"/>
                </a:solidFill>
              </a:rPr>
              <a:t>identitate</a:t>
            </a:r>
            <a:r>
              <a:rPr lang="en-GB" sz="1600" dirty="0">
                <a:solidFill>
                  <a:schemeClr val="bg1"/>
                </a:solidFill>
              </a:rPr>
              <a:t> </a:t>
            </a:r>
            <a:r>
              <a:rPr lang="en-GB" sz="1600" dirty="0" err="1">
                <a:solidFill>
                  <a:schemeClr val="bg1"/>
                </a:solidFill>
              </a:rPr>
              <a:t>și</a:t>
            </a:r>
            <a:r>
              <a:rPr lang="en-GB" sz="1600" dirty="0">
                <a:solidFill>
                  <a:schemeClr val="bg1"/>
                </a:solidFill>
              </a:rPr>
              <a:t> </a:t>
            </a:r>
            <a:r>
              <a:rPr lang="en-GB" sz="1600" dirty="0" err="1">
                <a:solidFill>
                  <a:schemeClr val="bg1"/>
                </a:solidFill>
              </a:rPr>
              <a:t>dragostea</a:t>
            </a:r>
            <a:r>
              <a:rPr lang="en-GB" sz="1600" dirty="0">
                <a:solidFill>
                  <a:schemeClr val="bg1"/>
                </a:solidFill>
              </a:rPr>
              <a:t> </a:t>
            </a:r>
            <a:r>
              <a:rPr lang="en-GB" sz="1600" dirty="0" err="1">
                <a:solidFill>
                  <a:schemeClr val="bg1"/>
                </a:solidFill>
              </a:rPr>
              <a:t>pentru</a:t>
            </a:r>
            <a:r>
              <a:rPr lang="en-GB" sz="1600" dirty="0">
                <a:solidFill>
                  <a:schemeClr val="bg1"/>
                </a:solidFill>
              </a:rPr>
              <a:t> </a:t>
            </a:r>
            <a:r>
              <a:rPr lang="en-GB" sz="1600" dirty="0" err="1">
                <a:solidFill>
                  <a:schemeClr val="bg1"/>
                </a:solidFill>
              </a:rPr>
              <a:t>comunitate</a:t>
            </a:r>
            <a:r>
              <a:rPr lang="en-GB" sz="1600" dirty="0">
                <a:solidFill>
                  <a:schemeClr val="bg1"/>
                </a:solidFill>
              </a:rPr>
              <a:t>.</a:t>
            </a:r>
          </a:p>
          <a:p>
            <a:r>
              <a:rPr lang="en-GB" sz="1600" dirty="0">
                <a:solidFill>
                  <a:schemeClr val="bg1"/>
                </a:solidFill>
              </a:rPr>
              <a:t>An de an, </a:t>
            </a:r>
            <a:r>
              <a:rPr lang="en-GB" sz="1600" dirty="0" err="1">
                <a:solidFill>
                  <a:schemeClr val="bg1"/>
                </a:solidFill>
              </a:rPr>
              <a:t>indiferent</a:t>
            </a:r>
            <a:r>
              <a:rPr lang="en-GB" sz="1600" dirty="0">
                <a:solidFill>
                  <a:schemeClr val="bg1"/>
                </a:solidFill>
              </a:rPr>
              <a:t> de </a:t>
            </a:r>
            <a:r>
              <a:rPr lang="en-GB" sz="1600" dirty="0" err="1">
                <a:solidFill>
                  <a:schemeClr val="bg1"/>
                </a:solidFill>
              </a:rPr>
              <a:t>vreme</a:t>
            </a:r>
            <a:r>
              <a:rPr lang="en-GB" sz="1600" dirty="0">
                <a:solidFill>
                  <a:schemeClr val="bg1"/>
                </a:solidFill>
              </a:rPr>
              <a:t>, </a:t>
            </a:r>
            <a:r>
              <a:rPr lang="en-GB" sz="1600" dirty="0" err="1">
                <a:solidFill>
                  <a:schemeClr val="bg1"/>
                </a:solidFill>
              </a:rPr>
              <a:t>rezultate</a:t>
            </a:r>
            <a:r>
              <a:rPr lang="en-GB" sz="1600" dirty="0">
                <a:solidFill>
                  <a:schemeClr val="bg1"/>
                </a:solidFill>
              </a:rPr>
              <a:t> </a:t>
            </a:r>
            <a:r>
              <a:rPr lang="en-GB" sz="1600" dirty="0" err="1">
                <a:solidFill>
                  <a:schemeClr val="bg1"/>
                </a:solidFill>
              </a:rPr>
              <a:t>sau</a:t>
            </a:r>
            <a:r>
              <a:rPr lang="en-GB" sz="1600" dirty="0">
                <a:solidFill>
                  <a:schemeClr val="bg1"/>
                </a:solidFill>
              </a:rPr>
              <a:t> </a:t>
            </a:r>
            <a:r>
              <a:rPr lang="en-GB" sz="1600" dirty="0" err="1">
                <a:solidFill>
                  <a:schemeClr val="bg1"/>
                </a:solidFill>
              </a:rPr>
              <a:t>distanțe</a:t>
            </a:r>
            <a:r>
              <a:rPr lang="en-GB" sz="1600" dirty="0">
                <a:solidFill>
                  <a:schemeClr val="bg1"/>
                </a:solidFill>
              </a:rPr>
              <a:t>, </a:t>
            </a:r>
            <a:r>
              <a:rPr lang="en-GB" sz="1600" dirty="0" err="1">
                <a:solidFill>
                  <a:schemeClr val="bg1"/>
                </a:solidFill>
              </a:rPr>
              <a:t>suporterii</a:t>
            </a:r>
            <a:r>
              <a:rPr lang="en-GB" sz="1600" dirty="0">
                <a:solidFill>
                  <a:schemeClr val="bg1"/>
                </a:solidFill>
              </a:rPr>
              <a:t> </a:t>
            </a:r>
            <a:r>
              <a:rPr lang="en-GB" sz="1600" dirty="0" err="1">
                <a:solidFill>
                  <a:schemeClr val="bg1"/>
                </a:solidFill>
              </a:rPr>
              <a:t>noștri</a:t>
            </a:r>
            <a:r>
              <a:rPr lang="en-GB" sz="1600" dirty="0">
                <a:solidFill>
                  <a:schemeClr val="bg1"/>
                </a:solidFill>
              </a:rPr>
              <a:t> sunt </a:t>
            </a:r>
            <a:r>
              <a:rPr lang="en-GB" sz="1600" dirty="0" err="1">
                <a:solidFill>
                  <a:schemeClr val="bg1"/>
                </a:solidFill>
              </a:rPr>
              <a:t>mereu</a:t>
            </a:r>
            <a:r>
              <a:rPr lang="en-GB" sz="1600" dirty="0">
                <a:solidFill>
                  <a:schemeClr val="bg1"/>
                </a:solidFill>
              </a:rPr>
              <a:t> </a:t>
            </a:r>
            <a:r>
              <a:rPr lang="en-GB" sz="1600" dirty="0" err="1">
                <a:solidFill>
                  <a:schemeClr val="bg1"/>
                </a:solidFill>
              </a:rPr>
              <a:t>alături</a:t>
            </a:r>
            <a:r>
              <a:rPr lang="en-GB" sz="1600" dirty="0">
                <a:solidFill>
                  <a:schemeClr val="bg1"/>
                </a:solidFill>
              </a:rPr>
              <a:t> de </a:t>
            </a:r>
            <a:r>
              <a:rPr lang="en-GB" sz="1600" dirty="0" err="1">
                <a:solidFill>
                  <a:schemeClr val="bg1"/>
                </a:solidFill>
              </a:rPr>
              <a:t>noi</a:t>
            </a:r>
            <a:r>
              <a:rPr lang="en-GB" sz="1600" dirty="0">
                <a:solidFill>
                  <a:schemeClr val="bg1"/>
                </a:solidFill>
              </a:rPr>
              <a:t>. Ei </a:t>
            </a:r>
            <a:r>
              <a:rPr lang="en-GB" sz="1600" dirty="0" err="1">
                <a:solidFill>
                  <a:schemeClr val="bg1"/>
                </a:solidFill>
              </a:rPr>
              <a:t>transformă</a:t>
            </a:r>
            <a:r>
              <a:rPr lang="en-GB" sz="1600" dirty="0">
                <a:solidFill>
                  <a:schemeClr val="bg1"/>
                </a:solidFill>
              </a:rPr>
              <a:t> </a:t>
            </a:r>
            <a:r>
              <a:rPr lang="en-GB" sz="1600" dirty="0" err="1">
                <a:solidFill>
                  <a:schemeClr val="bg1"/>
                </a:solidFill>
              </a:rPr>
              <a:t>fiecare</a:t>
            </a:r>
            <a:r>
              <a:rPr lang="en-GB" sz="1600" dirty="0">
                <a:solidFill>
                  <a:schemeClr val="bg1"/>
                </a:solidFill>
              </a:rPr>
              <a:t> </a:t>
            </a:r>
            <a:r>
              <a:rPr lang="en-GB" sz="1600" dirty="0" err="1">
                <a:solidFill>
                  <a:schemeClr val="bg1"/>
                </a:solidFill>
              </a:rPr>
              <a:t>meci</a:t>
            </a:r>
            <a:r>
              <a:rPr lang="en-GB" sz="1600" dirty="0">
                <a:solidFill>
                  <a:schemeClr val="bg1"/>
                </a:solidFill>
              </a:rPr>
              <a:t> </a:t>
            </a:r>
            <a:r>
              <a:rPr lang="en-GB" sz="1600" dirty="0" err="1">
                <a:solidFill>
                  <a:schemeClr val="bg1"/>
                </a:solidFill>
              </a:rPr>
              <a:t>într</a:t>
            </a:r>
            <a:r>
              <a:rPr lang="en-GB" sz="1600" dirty="0">
                <a:solidFill>
                  <a:schemeClr val="bg1"/>
                </a:solidFill>
              </a:rPr>
              <a:t>-o </a:t>
            </a:r>
            <a:r>
              <a:rPr lang="en-GB" sz="1600" dirty="0" err="1">
                <a:solidFill>
                  <a:schemeClr val="bg1"/>
                </a:solidFill>
              </a:rPr>
              <a:t>sărbătoare</a:t>
            </a:r>
            <a:r>
              <a:rPr lang="en-GB" sz="1600" dirty="0">
                <a:solidFill>
                  <a:schemeClr val="bg1"/>
                </a:solidFill>
              </a:rPr>
              <a:t>, </a:t>
            </a:r>
            <a:r>
              <a:rPr lang="en-GB" sz="1600" dirty="0" err="1">
                <a:solidFill>
                  <a:schemeClr val="bg1"/>
                </a:solidFill>
              </a:rPr>
              <a:t>fiecare</a:t>
            </a:r>
            <a:r>
              <a:rPr lang="en-GB" sz="1600" dirty="0">
                <a:solidFill>
                  <a:schemeClr val="bg1"/>
                </a:solidFill>
              </a:rPr>
              <a:t> </a:t>
            </a:r>
            <a:r>
              <a:rPr lang="en-GB" sz="1600" dirty="0" err="1">
                <a:solidFill>
                  <a:schemeClr val="bg1"/>
                </a:solidFill>
              </a:rPr>
              <a:t>deplasare</a:t>
            </a:r>
            <a:r>
              <a:rPr lang="en-GB" sz="1600" dirty="0">
                <a:solidFill>
                  <a:schemeClr val="bg1"/>
                </a:solidFill>
              </a:rPr>
              <a:t> </a:t>
            </a:r>
            <a:r>
              <a:rPr lang="en-GB" sz="1600" dirty="0" err="1">
                <a:solidFill>
                  <a:schemeClr val="bg1"/>
                </a:solidFill>
              </a:rPr>
              <a:t>într</a:t>
            </a:r>
            <a:r>
              <a:rPr lang="en-GB" sz="1600" dirty="0">
                <a:solidFill>
                  <a:schemeClr val="bg1"/>
                </a:solidFill>
              </a:rPr>
              <a:t>-o </a:t>
            </a:r>
            <a:r>
              <a:rPr lang="en-GB" sz="1600" dirty="0" err="1">
                <a:solidFill>
                  <a:schemeClr val="bg1"/>
                </a:solidFill>
              </a:rPr>
              <a:t>dovadă</a:t>
            </a:r>
            <a:r>
              <a:rPr lang="en-GB" sz="1600" dirty="0">
                <a:solidFill>
                  <a:schemeClr val="bg1"/>
                </a:solidFill>
              </a:rPr>
              <a:t> de </a:t>
            </a:r>
            <a:r>
              <a:rPr lang="en-GB" sz="1600" dirty="0" err="1">
                <a:solidFill>
                  <a:schemeClr val="bg1"/>
                </a:solidFill>
              </a:rPr>
              <a:t>devotament</a:t>
            </a:r>
            <a:r>
              <a:rPr lang="en-GB" sz="1600" dirty="0">
                <a:solidFill>
                  <a:schemeClr val="bg1"/>
                </a:solidFill>
              </a:rPr>
              <a:t> </a:t>
            </a:r>
            <a:r>
              <a:rPr lang="en-GB" sz="1600" dirty="0" err="1">
                <a:solidFill>
                  <a:schemeClr val="bg1"/>
                </a:solidFill>
              </a:rPr>
              <a:t>și</a:t>
            </a:r>
            <a:r>
              <a:rPr lang="en-GB" sz="1600" dirty="0">
                <a:solidFill>
                  <a:schemeClr val="bg1"/>
                </a:solidFill>
              </a:rPr>
              <a:t> </a:t>
            </a:r>
            <a:r>
              <a:rPr lang="en-GB" sz="1600" dirty="0" err="1">
                <a:solidFill>
                  <a:schemeClr val="bg1"/>
                </a:solidFill>
              </a:rPr>
              <a:t>fiecare</a:t>
            </a:r>
            <a:r>
              <a:rPr lang="en-GB" sz="1600" dirty="0">
                <a:solidFill>
                  <a:schemeClr val="bg1"/>
                </a:solidFill>
              </a:rPr>
              <a:t> </a:t>
            </a:r>
            <a:r>
              <a:rPr lang="en-GB" sz="1600" dirty="0" err="1">
                <a:solidFill>
                  <a:schemeClr val="bg1"/>
                </a:solidFill>
              </a:rPr>
              <a:t>victorie</a:t>
            </a:r>
            <a:r>
              <a:rPr lang="en-GB" sz="1600" dirty="0">
                <a:solidFill>
                  <a:schemeClr val="bg1"/>
                </a:solidFill>
              </a:rPr>
              <a:t> </a:t>
            </a:r>
            <a:r>
              <a:rPr lang="en-GB" sz="1600" dirty="0" err="1">
                <a:solidFill>
                  <a:schemeClr val="bg1"/>
                </a:solidFill>
              </a:rPr>
              <a:t>într</a:t>
            </a:r>
            <a:r>
              <a:rPr lang="en-GB" sz="1600" dirty="0">
                <a:solidFill>
                  <a:schemeClr val="bg1"/>
                </a:solidFill>
              </a:rPr>
              <a:t>-o </a:t>
            </a:r>
            <a:r>
              <a:rPr lang="en-GB" sz="1600" dirty="0" err="1">
                <a:solidFill>
                  <a:schemeClr val="bg1"/>
                </a:solidFill>
              </a:rPr>
              <a:t>bucurie</a:t>
            </a:r>
            <a:r>
              <a:rPr lang="en-GB" sz="1600" dirty="0">
                <a:solidFill>
                  <a:schemeClr val="bg1"/>
                </a:solidFill>
              </a:rPr>
              <a:t> </a:t>
            </a:r>
            <a:r>
              <a:rPr lang="en-GB" sz="1600" dirty="0" err="1">
                <a:solidFill>
                  <a:schemeClr val="bg1"/>
                </a:solidFill>
              </a:rPr>
              <a:t>împărtășită</a:t>
            </a:r>
            <a:r>
              <a:rPr lang="en-GB" sz="1600" dirty="0">
                <a:solidFill>
                  <a:schemeClr val="bg1"/>
                </a:solidFill>
              </a:rPr>
              <a:t>.</a:t>
            </a:r>
          </a:p>
          <a:p>
            <a:r>
              <a:rPr lang="en-GB" sz="1600" dirty="0" err="1">
                <a:solidFill>
                  <a:schemeClr val="bg1"/>
                </a:solidFill>
              </a:rPr>
              <a:t>Abonamentele</a:t>
            </a:r>
            <a:r>
              <a:rPr lang="en-GB" sz="1600" dirty="0">
                <a:solidFill>
                  <a:schemeClr val="bg1"/>
                </a:solidFill>
              </a:rPr>
              <a:t> nu sunt simple </a:t>
            </a:r>
            <a:r>
              <a:rPr lang="en-GB" sz="1600" dirty="0" err="1">
                <a:solidFill>
                  <a:schemeClr val="bg1"/>
                </a:solidFill>
              </a:rPr>
              <a:t>bilete</a:t>
            </a:r>
            <a:r>
              <a:rPr lang="en-GB" sz="1600" dirty="0">
                <a:solidFill>
                  <a:schemeClr val="bg1"/>
                </a:solidFill>
              </a:rPr>
              <a:t>, ci </a:t>
            </a:r>
            <a:r>
              <a:rPr lang="en-GB" sz="1600" dirty="0" err="1">
                <a:solidFill>
                  <a:schemeClr val="bg1"/>
                </a:solidFill>
              </a:rPr>
              <a:t>simboluri</a:t>
            </a:r>
            <a:r>
              <a:rPr lang="en-GB" sz="1600" dirty="0">
                <a:solidFill>
                  <a:schemeClr val="bg1"/>
                </a:solidFill>
              </a:rPr>
              <a:t> ale </a:t>
            </a:r>
            <a:r>
              <a:rPr lang="en-GB" sz="1600" dirty="0" err="1">
                <a:solidFill>
                  <a:schemeClr val="bg1"/>
                </a:solidFill>
              </a:rPr>
              <a:t>legăturii</a:t>
            </a:r>
            <a:r>
              <a:rPr lang="en-GB" sz="1600" dirty="0">
                <a:solidFill>
                  <a:schemeClr val="bg1"/>
                </a:solidFill>
              </a:rPr>
              <a:t> </a:t>
            </a:r>
            <a:r>
              <a:rPr lang="en-GB" sz="1600" dirty="0" err="1">
                <a:solidFill>
                  <a:schemeClr val="bg1"/>
                </a:solidFill>
              </a:rPr>
              <a:t>noastre</a:t>
            </a:r>
            <a:r>
              <a:rPr lang="en-GB" sz="1600" dirty="0">
                <a:solidFill>
                  <a:schemeClr val="bg1"/>
                </a:solidFill>
              </a:rPr>
              <a:t>. </a:t>
            </a:r>
            <a:r>
              <a:rPr lang="en-GB" sz="1600" dirty="0" err="1">
                <a:solidFill>
                  <a:schemeClr val="bg1"/>
                </a:solidFill>
              </a:rPr>
              <a:t>Prezența</a:t>
            </a:r>
            <a:r>
              <a:rPr lang="en-GB" sz="1600" dirty="0">
                <a:solidFill>
                  <a:schemeClr val="bg1"/>
                </a:solidFill>
              </a:rPr>
              <a:t> lor </a:t>
            </a:r>
            <a:r>
              <a:rPr lang="en-GB" sz="1600" dirty="0" err="1">
                <a:solidFill>
                  <a:schemeClr val="bg1"/>
                </a:solidFill>
              </a:rPr>
              <a:t>constantă</a:t>
            </a:r>
            <a:r>
              <a:rPr lang="en-GB" sz="1600" dirty="0">
                <a:solidFill>
                  <a:schemeClr val="bg1"/>
                </a:solidFill>
              </a:rPr>
              <a:t> </a:t>
            </a:r>
            <a:r>
              <a:rPr lang="en-GB" sz="1600" dirty="0" err="1">
                <a:solidFill>
                  <a:schemeClr val="bg1"/>
                </a:solidFill>
              </a:rPr>
              <a:t>în</a:t>
            </a:r>
            <a:r>
              <a:rPr lang="en-GB" sz="1600" dirty="0">
                <a:solidFill>
                  <a:schemeClr val="bg1"/>
                </a:solidFill>
              </a:rPr>
              <a:t> tribune </a:t>
            </a:r>
            <a:r>
              <a:rPr lang="en-GB" sz="1600" dirty="0" err="1">
                <a:solidFill>
                  <a:schemeClr val="bg1"/>
                </a:solidFill>
              </a:rPr>
              <a:t>sau</a:t>
            </a:r>
            <a:r>
              <a:rPr lang="en-GB" sz="1600" dirty="0">
                <a:solidFill>
                  <a:schemeClr val="bg1"/>
                </a:solidFill>
              </a:rPr>
              <a:t> pe </a:t>
            </a:r>
            <a:r>
              <a:rPr lang="en-GB" sz="1600" dirty="0" err="1">
                <a:solidFill>
                  <a:schemeClr val="bg1"/>
                </a:solidFill>
              </a:rPr>
              <a:t>drumurile</a:t>
            </a:r>
            <a:r>
              <a:rPr lang="en-GB" sz="1600" dirty="0">
                <a:solidFill>
                  <a:schemeClr val="bg1"/>
                </a:solidFill>
              </a:rPr>
              <a:t> lungi ne </a:t>
            </a:r>
            <a:r>
              <a:rPr lang="en-GB" sz="1600" dirty="0" err="1">
                <a:solidFill>
                  <a:schemeClr val="bg1"/>
                </a:solidFill>
              </a:rPr>
              <a:t>reamintește</a:t>
            </a:r>
            <a:r>
              <a:rPr lang="en-GB" sz="1600" dirty="0">
                <a:solidFill>
                  <a:schemeClr val="bg1"/>
                </a:solidFill>
              </a:rPr>
              <a:t> </a:t>
            </a:r>
            <a:r>
              <a:rPr lang="en-GB" sz="1600" dirty="0" err="1">
                <a:solidFill>
                  <a:schemeClr val="bg1"/>
                </a:solidFill>
              </a:rPr>
              <a:t>că</a:t>
            </a:r>
            <a:r>
              <a:rPr lang="en-GB" sz="1600" dirty="0">
                <a:solidFill>
                  <a:schemeClr val="bg1"/>
                </a:solidFill>
              </a:rPr>
              <a:t> </a:t>
            </a:r>
            <a:r>
              <a:rPr lang="en-GB" sz="1600" b="1" dirty="0" err="1">
                <a:solidFill>
                  <a:schemeClr val="bg1"/>
                </a:solidFill>
              </a:rPr>
              <a:t>niciodată</a:t>
            </a:r>
            <a:r>
              <a:rPr lang="en-GB" sz="1600" b="1" dirty="0">
                <a:solidFill>
                  <a:schemeClr val="bg1"/>
                </a:solidFill>
              </a:rPr>
              <a:t> nu </a:t>
            </a:r>
            <a:r>
              <a:rPr lang="en-GB" sz="1600" b="1" dirty="0" err="1">
                <a:solidFill>
                  <a:schemeClr val="bg1"/>
                </a:solidFill>
              </a:rPr>
              <a:t>luptăm</a:t>
            </a:r>
            <a:r>
              <a:rPr lang="en-GB" sz="1600" b="1" dirty="0">
                <a:solidFill>
                  <a:schemeClr val="bg1"/>
                </a:solidFill>
              </a:rPr>
              <a:t> </a:t>
            </a:r>
            <a:r>
              <a:rPr lang="en-GB" sz="1600" b="1" dirty="0" err="1">
                <a:solidFill>
                  <a:schemeClr val="bg1"/>
                </a:solidFill>
              </a:rPr>
              <a:t>singuri</a:t>
            </a:r>
            <a:r>
              <a:rPr lang="en-GB" sz="1600" dirty="0">
                <a:solidFill>
                  <a:schemeClr val="bg1"/>
                </a:solidFill>
              </a:rPr>
              <a:t>.</a:t>
            </a:r>
          </a:p>
          <a:p>
            <a:r>
              <a:rPr lang="en-GB" sz="1600" dirty="0" err="1">
                <a:solidFill>
                  <a:schemeClr val="bg1"/>
                </a:solidFill>
              </a:rPr>
              <a:t>Suporterii</a:t>
            </a:r>
            <a:r>
              <a:rPr lang="en-GB" sz="1600" dirty="0">
                <a:solidFill>
                  <a:schemeClr val="bg1"/>
                </a:solidFill>
              </a:rPr>
              <a:t> </a:t>
            </a:r>
            <a:r>
              <a:rPr lang="en-GB" sz="1600" dirty="0" err="1">
                <a:solidFill>
                  <a:schemeClr val="bg1"/>
                </a:solidFill>
              </a:rPr>
              <a:t>Dunării</a:t>
            </a:r>
            <a:r>
              <a:rPr lang="en-GB" sz="1600" dirty="0">
                <a:solidFill>
                  <a:schemeClr val="bg1"/>
                </a:solidFill>
              </a:rPr>
              <a:t> sunt </a:t>
            </a:r>
            <a:r>
              <a:rPr lang="en-GB" sz="1600" dirty="0" err="1">
                <a:solidFill>
                  <a:schemeClr val="bg1"/>
                </a:solidFill>
              </a:rPr>
              <a:t>parte</a:t>
            </a:r>
            <a:r>
              <a:rPr lang="en-GB" sz="1600" dirty="0">
                <a:solidFill>
                  <a:schemeClr val="bg1"/>
                </a:solidFill>
              </a:rPr>
              <a:t> din </a:t>
            </a:r>
            <a:r>
              <a:rPr lang="en-GB" sz="1600" dirty="0" err="1">
                <a:solidFill>
                  <a:schemeClr val="bg1"/>
                </a:solidFill>
              </a:rPr>
              <a:t>familie</a:t>
            </a:r>
            <a:r>
              <a:rPr lang="en-GB" sz="1600" dirty="0">
                <a:solidFill>
                  <a:schemeClr val="bg1"/>
                </a:solidFill>
              </a:rPr>
              <a:t>. Sunt </a:t>
            </a:r>
            <a:r>
              <a:rPr lang="en-GB" sz="1600" dirty="0" err="1">
                <a:solidFill>
                  <a:schemeClr val="bg1"/>
                </a:solidFill>
              </a:rPr>
              <a:t>energia</a:t>
            </a:r>
            <a:r>
              <a:rPr lang="en-GB" sz="1600" dirty="0">
                <a:solidFill>
                  <a:schemeClr val="bg1"/>
                </a:solidFill>
              </a:rPr>
              <a:t> </a:t>
            </a:r>
            <a:r>
              <a:rPr lang="en-GB" sz="1600" dirty="0" err="1">
                <a:solidFill>
                  <a:schemeClr val="bg1"/>
                </a:solidFill>
              </a:rPr>
              <a:t>noastră</a:t>
            </a:r>
            <a:r>
              <a:rPr lang="en-GB" sz="1600" dirty="0">
                <a:solidFill>
                  <a:schemeClr val="bg1"/>
                </a:solidFill>
              </a:rPr>
              <a:t>, </a:t>
            </a:r>
            <a:r>
              <a:rPr lang="en-GB" sz="1600" dirty="0" err="1">
                <a:solidFill>
                  <a:schemeClr val="bg1"/>
                </a:solidFill>
              </a:rPr>
              <a:t>forța</a:t>
            </a:r>
            <a:r>
              <a:rPr lang="en-GB" sz="1600" dirty="0">
                <a:solidFill>
                  <a:schemeClr val="bg1"/>
                </a:solidFill>
              </a:rPr>
              <a:t> din spate </a:t>
            </a:r>
            <a:r>
              <a:rPr lang="en-GB" sz="1600" dirty="0" err="1">
                <a:solidFill>
                  <a:schemeClr val="bg1"/>
                </a:solidFill>
              </a:rPr>
              <a:t>și</a:t>
            </a:r>
            <a:r>
              <a:rPr lang="en-GB" sz="1600" dirty="0">
                <a:solidFill>
                  <a:schemeClr val="bg1"/>
                </a:solidFill>
              </a:rPr>
              <a:t> </a:t>
            </a:r>
            <a:r>
              <a:rPr lang="en-GB" sz="1600" dirty="0" err="1">
                <a:solidFill>
                  <a:schemeClr val="bg1"/>
                </a:solidFill>
              </a:rPr>
              <a:t>vocea</a:t>
            </a:r>
            <a:r>
              <a:rPr lang="en-GB" sz="1600" dirty="0">
                <a:solidFill>
                  <a:schemeClr val="bg1"/>
                </a:solidFill>
              </a:rPr>
              <a:t> din </a:t>
            </a:r>
            <a:r>
              <a:rPr lang="en-GB" sz="1600" dirty="0" err="1">
                <a:solidFill>
                  <a:schemeClr val="bg1"/>
                </a:solidFill>
              </a:rPr>
              <a:t>față</a:t>
            </a:r>
            <a:r>
              <a:rPr lang="en-GB" sz="1600" dirty="0">
                <a:solidFill>
                  <a:schemeClr val="bg1"/>
                </a:solidFill>
              </a:rPr>
              <a:t>. Le </a:t>
            </a:r>
            <a:r>
              <a:rPr lang="en-GB" sz="1600" dirty="0" err="1">
                <a:solidFill>
                  <a:schemeClr val="bg1"/>
                </a:solidFill>
              </a:rPr>
              <a:t>mulțumim</a:t>
            </a:r>
            <a:r>
              <a:rPr lang="en-GB" sz="1600" dirty="0">
                <a:solidFill>
                  <a:schemeClr val="bg1"/>
                </a:solidFill>
              </a:rPr>
              <a:t> </a:t>
            </a:r>
            <a:r>
              <a:rPr lang="en-GB" sz="1600" dirty="0" err="1">
                <a:solidFill>
                  <a:schemeClr val="bg1"/>
                </a:solidFill>
              </a:rPr>
              <a:t>pentru</a:t>
            </a:r>
            <a:r>
              <a:rPr lang="en-GB" sz="1600" dirty="0">
                <a:solidFill>
                  <a:schemeClr val="bg1"/>
                </a:solidFill>
              </a:rPr>
              <a:t> </a:t>
            </a:r>
            <a:r>
              <a:rPr lang="en-GB" sz="1600" dirty="0" err="1">
                <a:solidFill>
                  <a:schemeClr val="bg1"/>
                </a:solidFill>
              </a:rPr>
              <a:t>că</a:t>
            </a:r>
            <a:r>
              <a:rPr lang="en-GB" sz="1600" dirty="0">
                <a:solidFill>
                  <a:schemeClr val="bg1"/>
                </a:solidFill>
              </a:rPr>
              <a:t> sunt, </a:t>
            </a:r>
            <a:r>
              <a:rPr lang="en-GB" sz="1600" dirty="0" err="1">
                <a:solidFill>
                  <a:schemeClr val="bg1"/>
                </a:solidFill>
              </a:rPr>
              <a:t>mereu</a:t>
            </a:r>
            <a:r>
              <a:rPr lang="en-GB" sz="1600" dirty="0">
                <a:solidFill>
                  <a:schemeClr val="bg1"/>
                </a:solidFill>
              </a:rPr>
              <a:t>, </a:t>
            </a:r>
            <a:r>
              <a:rPr lang="en-GB" sz="1600" b="1" dirty="0" err="1">
                <a:solidFill>
                  <a:schemeClr val="bg1"/>
                </a:solidFill>
              </a:rPr>
              <a:t>sufletul</a:t>
            </a:r>
            <a:r>
              <a:rPr lang="en-GB" sz="1600" b="1" dirty="0">
                <a:solidFill>
                  <a:schemeClr val="bg1"/>
                </a:solidFill>
              </a:rPr>
              <a:t> </a:t>
            </a:r>
            <a:r>
              <a:rPr lang="en-GB" sz="1600" b="1" dirty="0" err="1">
                <a:solidFill>
                  <a:schemeClr val="bg1"/>
                </a:solidFill>
              </a:rPr>
              <a:t>acestei</a:t>
            </a:r>
            <a:r>
              <a:rPr lang="en-GB" sz="1600" b="1" dirty="0">
                <a:solidFill>
                  <a:schemeClr val="bg1"/>
                </a:solidFill>
              </a:rPr>
              <a:t> </a:t>
            </a:r>
            <a:r>
              <a:rPr lang="en-GB" sz="1600" b="1" dirty="0" err="1">
                <a:solidFill>
                  <a:schemeClr val="bg1"/>
                </a:solidFill>
              </a:rPr>
              <a:t>echipe</a:t>
            </a:r>
            <a:r>
              <a:rPr lang="en-GB" sz="1600" dirty="0">
                <a:solidFill>
                  <a:schemeClr val="bg1"/>
                </a:solidFill>
              </a:rPr>
              <a:t>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F8D4693-4A11-574F-FE96-48D49A073BB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53592" y="-310937"/>
            <a:ext cx="2803289" cy="1868860"/>
          </a:xfrm>
          <a:prstGeom prst="rect">
            <a:avLst/>
          </a:prstGeom>
        </p:spPr>
      </p:pic>
      <p:sp>
        <p:nvSpPr>
          <p:cNvPr id="4" name="Isosceles Triangle 3">
            <a:extLst>
              <a:ext uri="{FF2B5EF4-FFF2-40B4-BE49-F238E27FC236}">
                <a16:creationId xmlns:a16="http://schemas.microsoft.com/office/drawing/2014/main" id="{52B5FF50-F387-3B5F-BA8E-AF3861E32DD6}"/>
              </a:ext>
            </a:extLst>
          </p:cNvPr>
          <p:cNvSpPr/>
          <p:nvPr/>
        </p:nvSpPr>
        <p:spPr>
          <a:xfrm rot="5400000">
            <a:off x="11684682" y="3162539"/>
            <a:ext cx="364124" cy="168799"/>
          </a:xfrm>
          <a:prstGeom prst="triangl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400"/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133</Words>
  <Application>Microsoft Office PowerPoint</Application>
  <PresentationFormat>Widescreen</PresentationFormat>
  <Paragraphs>5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E-ProDesign</dc:creator>
  <cp:lastModifiedBy>E-ProDesign</cp:lastModifiedBy>
  <cp:revision>1</cp:revision>
  <dcterms:created xsi:type="dcterms:W3CDTF">2025-11-04T07:37:28Z</dcterms:created>
  <dcterms:modified xsi:type="dcterms:W3CDTF">2025-11-04T07:37:30Z</dcterms:modified>
</cp:coreProperties>
</file>