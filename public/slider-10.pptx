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C3856-7748-4859-90D6-7E0D4B14BC7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42EAC-4A8E-4039-8FDC-42D225C86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3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91742397-CC0D-23A7-C9B9-5C82DC2D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0D435CF0-4A42-8AFD-A487-F703C9B09C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7:notes">
            <a:extLst>
              <a:ext uri="{FF2B5EF4-FFF2-40B4-BE49-F238E27FC236}">
                <a16:creationId xmlns:a16="http://schemas.microsoft.com/office/drawing/2014/main" id="{644A9AB2-8FE3-4EF8-E91A-AB214562E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>
            <a:extLst>
              <a:ext uri="{FF2B5EF4-FFF2-40B4-BE49-F238E27FC236}">
                <a16:creationId xmlns:a16="http://schemas.microsoft.com/office/drawing/2014/main" id="{59C39DDC-9196-EEA1-19EA-8E2497262F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549236"/>
      </p:ext>
    </p:extLst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>
            <a:spLocks noGrp="1"/>
          </p:cNvSpPr>
          <p:nvPr>
            <p:ph type="pic" idx="2"/>
          </p:nvPr>
        </p:nvSpPr>
        <p:spPr>
          <a:xfrm>
            <a:off x="561870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3" name="Google Shape;33;p23"/>
          <p:cNvSpPr>
            <a:spLocks noGrp="1"/>
          </p:cNvSpPr>
          <p:nvPr>
            <p:ph type="pic" idx="3"/>
          </p:nvPr>
        </p:nvSpPr>
        <p:spPr>
          <a:xfrm>
            <a:off x="7591133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4" name="Google Shape;34;p23"/>
          <p:cNvSpPr>
            <a:spLocks noGrp="1"/>
          </p:cNvSpPr>
          <p:nvPr>
            <p:ph type="pic" idx="4"/>
          </p:nvPr>
        </p:nvSpPr>
        <p:spPr>
          <a:xfrm>
            <a:off x="9528312" y="1133777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5" name="Google Shape;35;p23"/>
          <p:cNvSpPr>
            <a:spLocks noGrp="1"/>
          </p:cNvSpPr>
          <p:nvPr>
            <p:ph type="pic" idx="5"/>
          </p:nvPr>
        </p:nvSpPr>
        <p:spPr>
          <a:xfrm>
            <a:off x="561870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6" name="Google Shape;36;p23"/>
          <p:cNvSpPr>
            <a:spLocks noGrp="1"/>
          </p:cNvSpPr>
          <p:nvPr>
            <p:ph type="pic" idx="6"/>
          </p:nvPr>
        </p:nvSpPr>
        <p:spPr>
          <a:xfrm>
            <a:off x="7591133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37" name="Google Shape;37;p23"/>
          <p:cNvSpPr>
            <a:spLocks noGrp="1"/>
          </p:cNvSpPr>
          <p:nvPr>
            <p:ph type="pic" idx="7"/>
          </p:nvPr>
        </p:nvSpPr>
        <p:spPr>
          <a:xfrm>
            <a:off x="9528312" y="3818932"/>
            <a:ext cx="1820400" cy="17756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477728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DEB83-E400-472C-B06A-BB451BF8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A7F6E-AE26-4C46-BF24-5BC0C6661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00126-8655-4838-BD5D-405E42CB0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335CD-0853-4B2A-8CD4-7F7D1171170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B1996-0E00-450D-BBF1-B0A09FA00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2683D-6A7E-4D54-A66C-DD046E952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03E33-E114-4DAD-89FC-81CEE6705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1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61FA5295-6F64-3703-7451-CDD53E24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47B324-A984-7125-36EC-F3E5C940C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497;g371502a4ebc_4_3">
            <a:extLst>
              <a:ext uri="{FF2B5EF4-FFF2-40B4-BE49-F238E27FC236}">
                <a16:creationId xmlns:a16="http://schemas.microsoft.com/office/drawing/2014/main" id="{CAB73C13-845F-96E8-0706-357A4FF11CD2}"/>
              </a:ext>
            </a:extLst>
          </p:cNvPr>
          <p:cNvSpPr txBox="1"/>
          <p:nvPr/>
        </p:nvSpPr>
        <p:spPr>
          <a:xfrm>
            <a:off x="2075154" y="3368122"/>
            <a:ext cx="2195213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JUC</a:t>
            </a:r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ĂTOARE 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FORMATE LA CLUB</a:t>
            </a:r>
            <a:endParaRPr sz="1467" dirty="0">
              <a:solidFill>
                <a:schemeClr val="lt1"/>
              </a:solidFill>
              <a:latin typeface="Montserrat Light" panose="000004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3" name="Google Shape;497;g371502a4ebc_4_3">
            <a:extLst>
              <a:ext uri="{FF2B5EF4-FFF2-40B4-BE49-F238E27FC236}">
                <a16:creationId xmlns:a16="http://schemas.microsoft.com/office/drawing/2014/main" id="{825C45E6-563D-4EF7-E946-DE3D7F5E6D6E}"/>
              </a:ext>
            </a:extLst>
          </p:cNvPr>
          <p:cNvSpPr txBox="1"/>
          <p:nvPr/>
        </p:nvSpPr>
        <p:spPr>
          <a:xfrm>
            <a:off x="1026823" y="3022818"/>
            <a:ext cx="167935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7</a:t>
            </a:r>
            <a:endParaRPr sz="1467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6" name="Google Shape;497;g371502a4ebc_4_3">
            <a:extLst>
              <a:ext uri="{FF2B5EF4-FFF2-40B4-BE49-F238E27FC236}">
                <a16:creationId xmlns:a16="http://schemas.microsoft.com/office/drawing/2014/main" id="{C67DFA3A-7971-EFC0-B0B0-ABEC2EF0B6CF}"/>
              </a:ext>
            </a:extLst>
          </p:cNvPr>
          <p:cNvSpPr txBox="1"/>
          <p:nvPr/>
        </p:nvSpPr>
        <p:spPr>
          <a:xfrm>
            <a:off x="1026823" y="4568410"/>
            <a:ext cx="167935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9</a:t>
            </a:r>
            <a:endParaRPr sz="1467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7" name="Google Shape;497;g371502a4ebc_4_3">
            <a:extLst>
              <a:ext uri="{FF2B5EF4-FFF2-40B4-BE49-F238E27FC236}">
                <a16:creationId xmlns:a16="http://schemas.microsoft.com/office/drawing/2014/main" id="{CCD92240-895C-7520-CDF7-D191728E0A7B}"/>
              </a:ext>
            </a:extLst>
          </p:cNvPr>
          <p:cNvSpPr txBox="1"/>
          <p:nvPr/>
        </p:nvSpPr>
        <p:spPr>
          <a:xfrm>
            <a:off x="2075152" y="4876671"/>
            <a:ext cx="2661621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JUC</a:t>
            </a:r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ĂTOARE CONVOCATE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LA LOTURILE NAȚIONALE</a:t>
            </a:r>
            <a:endParaRPr sz="1467" dirty="0">
              <a:solidFill>
                <a:schemeClr val="lt1"/>
              </a:solidFill>
              <a:latin typeface="Montserrat Light" panose="000004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8" name="Google Shape;497;g371502a4ebc_4_3">
            <a:extLst>
              <a:ext uri="{FF2B5EF4-FFF2-40B4-BE49-F238E27FC236}">
                <a16:creationId xmlns:a16="http://schemas.microsoft.com/office/drawing/2014/main" id="{D1E2C448-F09E-01B7-5C53-7957411803FA}"/>
              </a:ext>
            </a:extLst>
          </p:cNvPr>
          <p:cNvSpPr txBox="1"/>
          <p:nvPr/>
        </p:nvSpPr>
        <p:spPr>
          <a:xfrm>
            <a:off x="6397486" y="3368122"/>
            <a:ext cx="2195213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ANTRENAMENTE PE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SĂPTĂMÂNĂ</a:t>
            </a:r>
            <a:endParaRPr sz="1467" dirty="0">
              <a:solidFill>
                <a:schemeClr val="lt1"/>
              </a:solidFill>
              <a:latin typeface="Montserrat Light" panose="000004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9" name="Google Shape;497;g371502a4ebc_4_3">
            <a:extLst>
              <a:ext uri="{FF2B5EF4-FFF2-40B4-BE49-F238E27FC236}">
                <a16:creationId xmlns:a16="http://schemas.microsoft.com/office/drawing/2014/main" id="{9ECCA639-DF8D-580B-F98F-122197DDA554}"/>
              </a:ext>
            </a:extLst>
          </p:cNvPr>
          <p:cNvSpPr txBox="1"/>
          <p:nvPr/>
        </p:nvSpPr>
        <p:spPr>
          <a:xfrm>
            <a:off x="5439163" y="3022818"/>
            <a:ext cx="167935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7</a:t>
            </a:r>
            <a:endParaRPr sz="1467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0" name="Google Shape;497;g371502a4ebc_4_3">
            <a:extLst>
              <a:ext uri="{FF2B5EF4-FFF2-40B4-BE49-F238E27FC236}">
                <a16:creationId xmlns:a16="http://schemas.microsoft.com/office/drawing/2014/main" id="{8F641930-C4D0-8051-0390-0FB39971C362}"/>
              </a:ext>
            </a:extLst>
          </p:cNvPr>
          <p:cNvSpPr txBox="1"/>
          <p:nvPr/>
        </p:nvSpPr>
        <p:spPr>
          <a:xfrm>
            <a:off x="4835852" y="4568409"/>
            <a:ext cx="1679352" cy="1426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7200" b="1" i="1" dirty="0">
                <a:solidFill>
                  <a:schemeClr val="lt1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27</a:t>
            </a:r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ANI</a:t>
            </a:r>
          </a:p>
          <a:p>
            <a:endParaRPr sz="1467" b="1" i="1" dirty="0">
              <a:solidFill>
                <a:schemeClr val="lt1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11" name="Google Shape;497;g371502a4ebc_4_3">
            <a:extLst>
              <a:ext uri="{FF2B5EF4-FFF2-40B4-BE49-F238E27FC236}">
                <a16:creationId xmlns:a16="http://schemas.microsoft.com/office/drawing/2014/main" id="{1FFACFE3-0D54-445D-E89F-7460F616C657}"/>
              </a:ext>
            </a:extLst>
          </p:cNvPr>
          <p:cNvSpPr txBox="1"/>
          <p:nvPr/>
        </p:nvSpPr>
        <p:spPr>
          <a:xfrm>
            <a:off x="6397486" y="4896705"/>
            <a:ext cx="2661621" cy="54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MEDIA DE VÂRSTĂ</a:t>
            </a:r>
          </a:p>
          <a:p>
            <a:r>
              <a:rPr lang="ro-RO" sz="1467" dirty="0">
                <a:solidFill>
                  <a:schemeClr val="lt1"/>
                </a:solidFill>
                <a:latin typeface="Montserrat Light" panose="00000400000000000000" pitchFamily="50" charset="0"/>
                <a:ea typeface="Bebas Neue"/>
                <a:cs typeface="Bebas Neue"/>
                <a:sym typeface="Bebas Neue"/>
              </a:rPr>
              <a:t>A LOTULUI</a:t>
            </a:r>
            <a:endParaRPr sz="1467" dirty="0">
              <a:solidFill>
                <a:schemeClr val="lt1"/>
              </a:solidFill>
              <a:latin typeface="Montserrat Light" panose="000004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673BD4B-E162-E3A6-0879-952D0CD109C7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03175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 ExtraBold</vt:lpstr>
      <vt:lpstr>Montserrat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2025-11-04T07:36:23Z</dcterms:created>
  <dcterms:modified xsi:type="dcterms:W3CDTF">2025-11-04T07:36:25Z</dcterms:modified>
</cp:coreProperties>
</file>