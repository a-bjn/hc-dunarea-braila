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BEE08-EC12-46F7-9684-6672198E75F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6666C-9AE0-45AF-B676-99A135C45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6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4EF80B32-4BF4-4C09-B3D0-556837BCC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71ca5ae623_0_62:notes">
            <a:extLst>
              <a:ext uri="{FF2B5EF4-FFF2-40B4-BE49-F238E27FC236}">
                <a16:creationId xmlns:a16="http://schemas.microsoft.com/office/drawing/2014/main" id="{9DFA9DEC-3975-0B4E-189F-65EF15FD64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71ca5ae623_0_62:notes">
            <a:extLst>
              <a:ext uri="{FF2B5EF4-FFF2-40B4-BE49-F238E27FC236}">
                <a16:creationId xmlns:a16="http://schemas.microsoft.com/office/drawing/2014/main" id="{8B0BEA18-6FA7-E031-360F-79E707984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2" name="Google Shape;442;g371ca5ae623_0_62:notes">
            <a:extLst>
              <a:ext uri="{FF2B5EF4-FFF2-40B4-BE49-F238E27FC236}">
                <a16:creationId xmlns:a16="http://schemas.microsoft.com/office/drawing/2014/main" id="{FC62BE77-49F5-1560-4BF8-4D6B99DB12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8084542"/>
      </p:ext>
    </p:extLst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>
            <a:spLocks noGrp="1"/>
          </p:cNvSpPr>
          <p:nvPr>
            <p:ph type="pic" idx="2"/>
          </p:nvPr>
        </p:nvSpPr>
        <p:spPr>
          <a:xfrm>
            <a:off x="561870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3" name="Google Shape;33;p23"/>
          <p:cNvSpPr>
            <a:spLocks noGrp="1"/>
          </p:cNvSpPr>
          <p:nvPr>
            <p:ph type="pic" idx="3"/>
          </p:nvPr>
        </p:nvSpPr>
        <p:spPr>
          <a:xfrm>
            <a:off x="759113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4" name="Google Shape;34;p23"/>
          <p:cNvSpPr>
            <a:spLocks noGrp="1"/>
          </p:cNvSpPr>
          <p:nvPr>
            <p:ph type="pic" idx="4"/>
          </p:nvPr>
        </p:nvSpPr>
        <p:spPr>
          <a:xfrm>
            <a:off x="9528312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5" name="Google Shape;35;p23"/>
          <p:cNvSpPr>
            <a:spLocks noGrp="1"/>
          </p:cNvSpPr>
          <p:nvPr>
            <p:ph type="pic" idx="5"/>
          </p:nvPr>
        </p:nvSpPr>
        <p:spPr>
          <a:xfrm>
            <a:off x="561870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6" name="Google Shape;36;p23"/>
          <p:cNvSpPr>
            <a:spLocks noGrp="1"/>
          </p:cNvSpPr>
          <p:nvPr>
            <p:ph type="pic" idx="6"/>
          </p:nvPr>
        </p:nvSpPr>
        <p:spPr>
          <a:xfrm>
            <a:off x="759113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7" name="Google Shape;37;p23"/>
          <p:cNvSpPr>
            <a:spLocks noGrp="1"/>
          </p:cNvSpPr>
          <p:nvPr>
            <p:ph type="pic" idx="7"/>
          </p:nvPr>
        </p:nvSpPr>
        <p:spPr>
          <a:xfrm>
            <a:off x="9528312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4971435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304C-7E52-492E-A00C-0EA43B2A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A4EBA-CF29-4861-A84C-3CC6599EB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95A62-E96A-40C4-9C16-A11F55B2F9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6F178-ED6C-4935-AD94-432CA225051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08F1F-85C2-4749-B5A3-674BCD38D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63F40-7750-4B23-8CB7-89C605EFE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7EBF1-30DE-437E-AC61-085629975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4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>
          <a:extLst>
            <a:ext uri="{FF2B5EF4-FFF2-40B4-BE49-F238E27FC236}">
              <a16:creationId xmlns:a16="http://schemas.microsoft.com/office/drawing/2014/main" id="{3E0D1948-A994-183B-9F46-39FE49F8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57E714-AD36-DF11-9CD3-181B97234E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" t="38990" r="32148" b="51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51BDC9-D9A8-6D19-51F0-DF0AB7BFD021}"/>
              </a:ext>
            </a:extLst>
          </p:cNvPr>
          <p:cNvSpPr/>
          <p:nvPr/>
        </p:nvSpPr>
        <p:spPr>
          <a:xfrm>
            <a:off x="-2" y="-1"/>
            <a:ext cx="12192001" cy="6914444"/>
          </a:xfrm>
          <a:prstGeom prst="rect">
            <a:avLst/>
          </a:prstGeom>
          <a:solidFill>
            <a:srgbClr val="0D0D0D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456" name="Google Shape;456;g371ca5ae623_0_62">
            <a:extLst>
              <a:ext uri="{FF2B5EF4-FFF2-40B4-BE49-F238E27FC236}">
                <a16:creationId xmlns:a16="http://schemas.microsoft.com/office/drawing/2014/main" id="{60C8E2A2-F79A-E518-E8E2-894BD98A5353}"/>
              </a:ext>
            </a:extLst>
          </p:cNvPr>
          <p:cNvSpPr txBox="1"/>
          <p:nvPr/>
        </p:nvSpPr>
        <p:spPr>
          <a:xfrm>
            <a:off x="84669" y="4090624"/>
            <a:ext cx="5029199" cy="164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spcBef>
                <a:spcPts val="1400"/>
              </a:spcBef>
            </a:pPr>
            <a:r>
              <a:rPr lang="it-IT" sz="1333" b="1" dirty="0">
                <a:solidFill>
                  <a:schemeClr val="lt1"/>
                </a:solidFill>
                <a:latin typeface="Montserrat SemiBold" panose="00000700000000000000" pitchFamily="50" charset="0"/>
                <a:ea typeface="Roboto"/>
                <a:cs typeface="Roboto"/>
                <a:sym typeface="Roboto"/>
              </a:rPr>
              <a:t>🧑‍🎓 5. PROGRAME SOCIALE &amp; EDUCAȚIONALE</a:t>
            </a:r>
            <a:r>
              <a:rPr lang="ro-RO" sz="1333" b="1" dirty="0">
                <a:solidFill>
                  <a:schemeClr val="lt1"/>
                </a:solidFill>
                <a:latin typeface="Montserrat SemiBold" panose="00000700000000000000" pitchFamily="50" charset="0"/>
                <a:ea typeface="Roboto"/>
                <a:cs typeface="Roboto"/>
                <a:sym typeface="Roboto"/>
              </a:rPr>
              <a:t> </a:t>
            </a:r>
            <a:r>
              <a:rPr lang="it-IT" sz="1333" b="1" dirty="0">
                <a:solidFill>
                  <a:schemeClr val="lt1"/>
                </a:solidFill>
                <a:latin typeface="Montserrat SemiBold" panose="00000700000000000000" pitchFamily="50" charset="0"/>
                <a:ea typeface="Roboto"/>
                <a:cs typeface="Roboto"/>
                <a:sym typeface="Roboto"/>
              </a:rPr>
              <a:t>COMUNE</a:t>
            </a:r>
          </a:p>
          <a:p>
            <a:pPr marL="457189" indent="-279393">
              <a:spcBef>
                <a:spcPts val="1200"/>
              </a:spcBef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Colaborare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campanii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CSR (cu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școli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copii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sănătate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sport de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masă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)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Vizite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la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companii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sau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implicare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a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jucătoarelor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acțiuni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sociale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Sponsori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pot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propune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teme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sau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acțiuni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responsabilitate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comunitară</a:t>
            </a: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g371ca5ae623_0_62">
            <a:extLst>
              <a:ext uri="{FF2B5EF4-FFF2-40B4-BE49-F238E27FC236}">
                <a16:creationId xmlns:a16="http://schemas.microsoft.com/office/drawing/2014/main" id="{E71DBC8B-40AC-8CB8-A9BC-FD71D18C0307}"/>
              </a:ext>
            </a:extLst>
          </p:cNvPr>
          <p:cNvSpPr txBox="1"/>
          <p:nvPr/>
        </p:nvSpPr>
        <p:spPr>
          <a:xfrm>
            <a:off x="6801313" y="4459956"/>
            <a:ext cx="5306019" cy="164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spcBef>
                <a:spcPts val="1400"/>
              </a:spcBef>
            </a:pPr>
            <a:r>
              <a:rPr lang="en-GB" sz="1333" b="1" dirty="0">
                <a:solidFill>
                  <a:schemeClr val="lt1"/>
                </a:solidFill>
                <a:latin typeface="Montserrat SemiBold" panose="00000700000000000000" pitchFamily="50" charset="0"/>
                <a:ea typeface="Roboto"/>
                <a:cs typeface="Roboto"/>
                <a:sym typeface="Roboto"/>
              </a:rPr>
              <a:t>📈 6. IMAGINE PROFESIONALĂ &amp; BUSINESS-TO-BUSINESS</a:t>
            </a:r>
          </a:p>
          <a:p>
            <a:pPr marL="457189" indent="-279393">
              <a:spcBef>
                <a:spcPts val="1200"/>
              </a:spcBef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Parteneriatul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cu un club de top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poate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sprijini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brandingul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relația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cu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clienți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sau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angajați</a:t>
            </a:r>
            <a:b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</a:br>
            <a:endParaRPr sz="12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79393">
              <a:buClr>
                <a:schemeClr val="lt1"/>
              </a:buClr>
              <a:buSzPts val="600"/>
              <a:buFont typeface="Roboto"/>
              <a:buChar char="●"/>
            </a:pP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Valoare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adăugată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branduri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care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vor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să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fie </a:t>
            </a:r>
            <a:r>
              <a:rPr lang="en-GB" sz="12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văzute</a:t>
            </a:r>
            <a:r>
              <a:rPr lang="en-GB" sz="12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ca </a:t>
            </a:r>
            <a:r>
              <a:rPr lang="en-GB" sz="1200" i="1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implicate </a:t>
            </a:r>
            <a:r>
              <a:rPr lang="en-GB" sz="1200" i="1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activ</a:t>
            </a:r>
            <a:r>
              <a:rPr lang="en-GB" sz="1200" i="1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i="1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i="1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i="1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viața</a:t>
            </a:r>
            <a:r>
              <a:rPr lang="en-GB" sz="1200" i="1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i="1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orașului</a:t>
            </a:r>
            <a:endParaRPr sz="1200" b="1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5E41DA74-3529-7A30-FF29-BE6417DFA0DA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48925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 SemiBold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2025-11-04T07:39:13Z</dcterms:created>
  <dcterms:modified xsi:type="dcterms:W3CDTF">2025-11-04T07:39:16Z</dcterms:modified>
</cp:coreProperties>
</file>