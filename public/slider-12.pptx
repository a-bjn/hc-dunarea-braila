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F4D4C-9755-4506-AE9D-0E89A72EBE8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190DB-BCE6-4C07-8E6F-3ED019326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6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1ca5ae623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1ca5ae623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71ca5ae623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>
            <a:spLocks noGrp="1"/>
          </p:cNvSpPr>
          <p:nvPr>
            <p:ph type="pic" idx="2"/>
          </p:nvPr>
        </p:nvSpPr>
        <p:spPr>
          <a:xfrm>
            <a:off x="1675049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8" name="Google Shape;48;p27"/>
          <p:cNvSpPr>
            <a:spLocks noGrp="1"/>
          </p:cNvSpPr>
          <p:nvPr>
            <p:ph type="pic" idx="3"/>
          </p:nvPr>
        </p:nvSpPr>
        <p:spPr>
          <a:xfrm>
            <a:off x="4985192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9" name="Google Shape;49;p27"/>
          <p:cNvSpPr>
            <a:spLocks noGrp="1"/>
          </p:cNvSpPr>
          <p:nvPr>
            <p:ph type="pic" idx="4"/>
          </p:nvPr>
        </p:nvSpPr>
        <p:spPr>
          <a:xfrm>
            <a:off x="8295335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0" name="Google Shape;50;p27"/>
          <p:cNvSpPr>
            <a:spLocks noGrp="1"/>
          </p:cNvSpPr>
          <p:nvPr>
            <p:ph type="pic" idx="5"/>
          </p:nvPr>
        </p:nvSpPr>
        <p:spPr>
          <a:xfrm>
            <a:off x="1440301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1" name="Google Shape;51;p27"/>
          <p:cNvSpPr>
            <a:spLocks noGrp="1"/>
          </p:cNvSpPr>
          <p:nvPr>
            <p:ph type="pic" idx="6"/>
          </p:nvPr>
        </p:nvSpPr>
        <p:spPr>
          <a:xfrm>
            <a:off x="4750444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2" name="Google Shape;52;p27"/>
          <p:cNvSpPr>
            <a:spLocks noGrp="1"/>
          </p:cNvSpPr>
          <p:nvPr>
            <p:ph type="pic" idx="7"/>
          </p:nvPr>
        </p:nvSpPr>
        <p:spPr>
          <a:xfrm>
            <a:off x="8060587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6587394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BD3DF-E35D-4C23-BDBD-C9FD8A08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BCF34-4CA8-48BF-9784-86319B374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9AE2C-CBDB-4DFE-8B6C-C0CC0E382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C6EF1-DF82-4824-83B0-D1576E90AA0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8C7CF-3194-4B7D-B69F-193B871DF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9A260-CD7B-4813-9DC6-C55A372A1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7AF66-B09F-4974-BD34-0D997722E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1" name="Google Shape;271;g371ca5ae623_0_178"/>
          <p:cNvCxnSpPr/>
          <p:nvPr/>
        </p:nvCxnSpPr>
        <p:spPr>
          <a:xfrm>
            <a:off x="880625" y="1727451"/>
            <a:ext cx="10040400" cy="0"/>
          </a:xfrm>
          <a:prstGeom prst="straightConnector1">
            <a:avLst/>
          </a:prstGeom>
          <a:noFill/>
          <a:ln w="71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g371ca5ae623_0_178"/>
          <p:cNvSpPr txBox="1"/>
          <p:nvPr/>
        </p:nvSpPr>
        <p:spPr>
          <a:xfrm>
            <a:off x="2421152" y="1143000"/>
            <a:ext cx="6122800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GB" sz="23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HC DUNĂREA BRĂILA</a:t>
            </a:r>
            <a:endParaRPr sz="23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17942-D188-9322-350A-498B158FE7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2" r="12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90BB0D3-CDB5-6A7F-9E23-6F4BFE2D22C4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2025-11-04T07:36:34Z</dcterms:created>
  <dcterms:modified xsi:type="dcterms:W3CDTF">2025-11-04T07:41:29Z</dcterms:modified>
</cp:coreProperties>
</file>