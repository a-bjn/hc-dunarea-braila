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Layouts/slideLayout12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docProps/app.xml" ContentType="application/vnd.openxmlformats-officedocument.extended-properties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Id3" /><Relationship Type="http://schemas.openxmlformats.org/package/2006/relationships/metadata/thumbnail" Target="/docProps/thumbnail.jpeg" Id="rId2" /><Relationship Type="http://schemas.openxmlformats.org/officeDocument/2006/relationships/officeDocument" Target="/ppt/presentation.xml" Id="rId1" /><Relationship Type="http://schemas.openxmlformats.org/officeDocument/2006/relationships/extended-properties" Target="/docProps/app.xml" Id="rId4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7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864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Id3" /><Relationship Type="http://schemas.openxmlformats.org/officeDocument/2006/relationships/tableStyles" Target="/ppt/tableStyles.xml" Id="rId7" /><Relationship Type="http://schemas.openxmlformats.org/officeDocument/2006/relationships/slide" Target="/ppt/slides/slide1.xml" Id="rId2" /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6" /><Relationship Type="http://schemas.openxmlformats.org/officeDocument/2006/relationships/viewProps" Target="/ppt/viewProps.xml" Id="rId5" /><Relationship Type="http://schemas.openxmlformats.org/officeDocument/2006/relationships/presProps" Target="/ppt/presProps.xml" Id="rId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theme/theme2.xml" Id="rId1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24AF5C-D1D7-404C-B1D3-3FA9742B3055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58F35A-D52A-4428-939F-CFAFE9505F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6080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Id2" /><Relationship Type="http://schemas.openxmlformats.org/officeDocument/2006/relationships/notesMaster" Target="/ppt/notesMasters/notesMaster1.xml" Id="rId1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371502a4ebc_4_7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05" name="Google Shape;405;g371502a4ebc_4_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/Relationships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5185561"/>
      </p:ext>
    </p:extLst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Id13" /><Relationship Type="http://schemas.openxmlformats.org/officeDocument/2006/relationships/slideLayout" Target="/ppt/slideLayouts/slideLayout12.xml" Id="rId12" /></Relationships>
</file>

<file path=ppt/slideMasters/slideMaster1.xml><?xml version="1.0" encoding="utf-8"?>
<p:sldMaste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2ABF5C-A700-4B36-B5DE-A0E35717CA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AA63091-19B8-4B6F-8A17-AA3E3924A5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C88C36-07C4-4125-9F33-91EA5F22FA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63D76A-8776-4E8A-B138-58BEA46988D6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9BA9CD-16A7-471A-82E8-325F5B4DAF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2B0F24-3934-4F5A-8D96-F915F34BF0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5F2165-4CAB-40CA-9AB7-0743FC41CD4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518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1.jpg" Id="rId3" /><Relationship Type="http://schemas.openxmlformats.org/officeDocument/2006/relationships/notesSlide" Target="/ppt/notesSlides/notesSlide1.xml" Id="rId2" /><Relationship Type="http://schemas.openxmlformats.org/officeDocument/2006/relationships/slideLayout" Target="/ppt/slideLayouts/slideLayout12.xml" Id="rId1" /><Relationship Type="http://schemas.openxmlformats.org/officeDocument/2006/relationships/image" Target="/ppt/media/image2.jpg" Id="rId4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71502a4ebc_4_79"/>
          <p:cNvSpPr/>
          <p:nvPr/>
        </p:nvSpPr>
        <p:spPr>
          <a:xfrm>
            <a:off x="5073575" y="-1"/>
            <a:ext cx="6096000" cy="6858000"/>
          </a:xfrm>
          <a:prstGeom prst="parallelogram">
            <a:avLst>
              <a:gd name="adj" fmla="val 49883"/>
            </a:avLst>
          </a:prstGeom>
          <a:solidFill>
            <a:srgbClr val="254480">
              <a:alpha val="10000"/>
            </a:srgb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8" name="Google Shape;408;g371502a4ebc_4_79"/>
          <p:cNvSpPr/>
          <p:nvPr/>
        </p:nvSpPr>
        <p:spPr>
          <a:xfrm>
            <a:off x="5916900" y="0"/>
            <a:ext cx="6275200" cy="6858000"/>
          </a:xfrm>
          <a:prstGeom prst="parallelogram">
            <a:avLst>
              <a:gd name="adj" fmla="val 49883"/>
            </a:avLst>
          </a:prstGeom>
          <a:solidFill>
            <a:srgbClr val="254480">
              <a:alpha val="10000"/>
            </a:srgbClr>
          </a:solidFill>
          <a:ln>
            <a:noFill/>
          </a:ln>
        </p:spPr>
        <p:txBody>
          <a:bodyPr spcFirstLastPara="1" wrap="square" lIns="91433" tIns="45700" rIns="91433" bIns="45700" anchor="ctr" anchorCtr="0">
            <a:noAutofit/>
          </a:bodyPr>
          <a:lstStyle/>
          <a:p>
            <a:pPr algn="ctr"/>
            <a:endParaRPr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1" name="Google Shape;411;g371502a4ebc_4_79"/>
          <p:cNvSpPr txBox="1"/>
          <p:nvPr/>
        </p:nvSpPr>
        <p:spPr>
          <a:xfrm>
            <a:off x="387761" y="1740958"/>
            <a:ext cx="6385572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Clr>
                <a:schemeClr val="dk1"/>
              </a:buClr>
              <a:buSzPts val="825"/>
            </a:pP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Aici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începe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ro-RO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procesul de recuperare și refacere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cu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grijă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și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profesionalism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.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ea typeface="Roboto"/>
              <a:cs typeface="Roboto"/>
              <a:sym typeface="Roboto"/>
            </a:endParaRPr>
          </a:p>
          <a:p>
            <a:pPr>
              <a:buClr>
                <a:schemeClr val="dk1"/>
              </a:buClr>
              <a:buSzPts val="825"/>
            </a:pP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Am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creat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un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spațiu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sigur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curat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și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complet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echipat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care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fiecare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accident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primește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răspuns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rapid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și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atent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.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Fiecare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bandaj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fiecare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control,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fiecare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intervenție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parte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dintr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-un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lanț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nevăzut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al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performanței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.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Pentru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dincolo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de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antrenamente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și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meciuri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sănătatea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rămâne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prima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noastră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victorie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.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ea typeface="Roboto"/>
              <a:cs typeface="Roboto"/>
              <a:sym typeface="Roboto"/>
            </a:endParaRPr>
          </a:p>
          <a:p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Este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locul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unde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durerea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tratată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cu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speranță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iar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sportivii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se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ridică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din nou.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ea typeface="Roboto"/>
              <a:cs typeface="Roboto"/>
              <a:sym typeface="Roboto"/>
            </a:endParaRPr>
          </a:p>
        </p:txBody>
      </p:sp>
      <p:sp>
        <p:nvSpPr>
          <p:cNvPr id="413" name="Google Shape;413;g371502a4ebc_4_79"/>
          <p:cNvSpPr txBox="1"/>
          <p:nvPr/>
        </p:nvSpPr>
        <p:spPr>
          <a:xfrm>
            <a:off x="387761" y="4989401"/>
            <a:ext cx="6440075" cy="8309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pPr>
              <a:buClr>
                <a:schemeClr val="dk1"/>
              </a:buClr>
              <a:buSzPts val="825"/>
            </a:pP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Un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partener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de drum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pentru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fiecare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deplasare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aproape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și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de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încredere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.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Microbuzul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nostru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oferă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confort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și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siguranță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pentru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echipă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fiecare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călătorie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. Este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mijlocul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care ne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aduce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împreună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,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oriunde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ar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fi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meciul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.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ea typeface="Roboto"/>
              <a:cs typeface="Roboto"/>
              <a:sym typeface="Roboto"/>
            </a:endParaRPr>
          </a:p>
          <a:p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Pentru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fiecare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kilometru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contează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în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drumul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spre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 </a:t>
            </a:r>
            <a:r>
              <a:rPr lang="en-GB" sz="1200" dirty="0" err="1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performanță</a:t>
            </a:r>
            <a:r>
              <a:rPr lang="en-GB" sz="1200" dirty="0">
                <a:solidFill>
                  <a:schemeClr val="tx1">
                    <a:lumMod val="75000"/>
                    <a:lumOff val="25000"/>
                  </a:schemeClr>
                </a:solidFill>
                <a:ea typeface="Roboto"/>
                <a:cs typeface="Roboto"/>
                <a:sym typeface="Roboto"/>
              </a:rPr>
              <a:t>.</a:t>
            </a:r>
            <a:endParaRPr sz="1200" dirty="0">
              <a:solidFill>
                <a:schemeClr val="tx1">
                  <a:lumMod val="75000"/>
                  <a:lumOff val="25000"/>
                </a:schemeClr>
              </a:solidFill>
              <a:ea typeface="Roboto"/>
              <a:cs typeface="Roboto"/>
              <a:sym typeface="Roboto"/>
            </a:endParaRPr>
          </a:p>
        </p:txBody>
      </p:sp>
      <p:pic>
        <p:nvPicPr>
          <p:cNvPr id="414" name="Google Shape;414;g371502a4ebc_4_79" title="Achiziționarea unui microbuz 19 + 1 LOCURI.jpe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68664" y="3804651"/>
            <a:ext cx="4230325" cy="281844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Google Shape;397;g371502a4ebc_4_63">
            <a:extLst>
              <a:ext uri="{FF2B5EF4-FFF2-40B4-BE49-F238E27FC236}">
                <a16:creationId xmlns:a16="http://schemas.microsoft.com/office/drawing/2014/main" id="{F7EABF5C-BA02-B46C-523D-FA1517088965}"/>
              </a:ext>
            </a:extLst>
          </p:cNvPr>
          <p:cNvSpPr txBox="1"/>
          <p:nvPr/>
        </p:nvSpPr>
        <p:spPr>
          <a:xfrm>
            <a:off x="387762" y="937268"/>
            <a:ext cx="6680903" cy="6667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pt-BR" sz="3733" dirty="0">
                <a:solidFill>
                  <a:srgbClr val="2E3A90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CABINET MEDICAL</a:t>
            </a:r>
          </a:p>
        </p:txBody>
      </p:sp>
      <p:sp>
        <p:nvSpPr>
          <p:cNvPr id="3" name="Google Shape;401;g371502a4ebc_4_63">
            <a:extLst>
              <a:ext uri="{FF2B5EF4-FFF2-40B4-BE49-F238E27FC236}">
                <a16:creationId xmlns:a16="http://schemas.microsoft.com/office/drawing/2014/main" id="{71601C5C-25D1-C375-2332-5B742D12A1D5}"/>
              </a:ext>
            </a:extLst>
          </p:cNvPr>
          <p:cNvSpPr txBox="1"/>
          <p:nvPr/>
        </p:nvSpPr>
        <p:spPr>
          <a:xfrm>
            <a:off x="348896" y="4278414"/>
            <a:ext cx="7877480" cy="882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33" tIns="45700" rIns="91433" bIns="45700" anchor="t" anchorCtr="0">
            <a:spAutoFit/>
          </a:bodyPr>
          <a:lstStyle/>
          <a:p>
            <a:r>
              <a:rPr lang="ro-RO" sz="3733" dirty="0">
                <a:solidFill>
                  <a:srgbClr val="2E3A90"/>
                </a:solidFill>
                <a:latin typeface="Montserrat ExtraBold" panose="00000900000000000000" pitchFamily="50" charset="0"/>
                <a:ea typeface="Bebas Neue"/>
                <a:cs typeface="Bebas Neue"/>
                <a:sym typeface="Bebas Neue"/>
              </a:rPr>
              <a:t>MICROBUZ 19+1 LOCURI</a:t>
            </a:r>
          </a:p>
          <a:p>
            <a:endParaRPr lang="ro-RO" sz="1400" dirty="0">
              <a:solidFill>
                <a:srgbClr val="2E3A90"/>
              </a:solidFill>
              <a:latin typeface="Montserrat ExtraBold" panose="00000900000000000000" pitchFamily="50" charset="0"/>
              <a:ea typeface="Bebas Neue"/>
              <a:cs typeface="Bebas Neue"/>
              <a:sym typeface="Bebas Neue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77B7636-2FC2-D1C5-4340-3E40FBF951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68664" y="331943"/>
            <a:ext cx="4230313" cy="3172735"/>
          </a:xfrm>
          <a:prstGeom prst="rect">
            <a:avLst/>
          </a:prstGeom>
        </p:spPr>
      </p:pic>
      <p:sp>
        <p:nvSpPr>
          <p:cNvPr id="4" name="Isosceles Triangle 3">
            <a:extLst>
              <a:ext uri="{FF2B5EF4-FFF2-40B4-BE49-F238E27FC236}">
                <a16:creationId xmlns:a16="http://schemas.microsoft.com/office/drawing/2014/main" id="{F69AD2F1-9C45-B337-4445-C44C4514B888}"/>
              </a:ext>
            </a:extLst>
          </p:cNvPr>
          <p:cNvSpPr/>
          <p:nvPr/>
        </p:nvSpPr>
        <p:spPr>
          <a:xfrm rot="5400000">
            <a:off x="11684682" y="3162539"/>
            <a:ext cx="364124" cy="168799"/>
          </a:xfrm>
          <a:prstGeom prst="triangle">
            <a:avLst/>
          </a:prstGeom>
          <a:solidFill>
            <a:srgbClr val="2E3A90"/>
          </a:solidFill>
          <a:ln>
            <a:solidFill>
              <a:srgbClr val="2E3A9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131</Words>
  <Application>Microsoft Office PowerPoint</Application>
  <PresentationFormat>Widescreen</PresentationFormat>
  <Paragraphs>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Montserrat ExtraBold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E-ProDesign</dc:creator>
  <cp:lastModifiedBy>E-ProDesign</cp:lastModifiedBy>
  <cp:revision>1</cp:revision>
  <dcterms:created xsi:type="dcterms:W3CDTF">2025-11-04T07:38:16Z</dcterms:created>
  <dcterms:modified xsi:type="dcterms:W3CDTF">2025-11-04T07:42:00Z</dcterms:modified>
</cp:coreProperties>
</file>