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F2642-1DCF-4B40-BC1F-167CA653064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328D5-C910-4D50-99E6-71DD0A785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4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39C214F0-8200-1A11-A645-A4B4A6D31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1502a4ebc_4_159:notes">
            <a:extLst>
              <a:ext uri="{FF2B5EF4-FFF2-40B4-BE49-F238E27FC236}">
                <a16:creationId xmlns:a16="http://schemas.microsoft.com/office/drawing/2014/main" id="{48923651-6E0B-BBF7-680C-3410FECAB8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71502a4ebc_4_159:notes">
            <a:extLst>
              <a:ext uri="{FF2B5EF4-FFF2-40B4-BE49-F238E27FC236}">
                <a16:creationId xmlns:a16="http://schemas.microsoft.com/office/drawing/2014/main" id="{ABD51ECE-6CAA-DCC9-3BF7-A888D5BCF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71502a4ebc_4_159:notes">
            <a:extLst>
              <a:ext uri="{FF2B5EF4-FFF2-40B4-BE49-F238E27FC236}">
                <a16:creationId xmlns:a16="http://schemas.microsoft.com/office/drawing/2014/main" id="{8A748672-D7D9-348A-3111-24FD59E669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1310287"/>
      </p:ext>
    </p:extLst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>
            <a:spLocks noGrp="1"/>
          </p:cNvSpPr>
          <p:nvPr>
            <p:ph type="pic" idx="2"/>
          </p:nvPr>
        </p:nvSpPr>
        <p:spPr>
          <a:xfrm>
            <a:off x="5500913" y="-1"/>
            <a:ext cx="66912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661714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93ABE-4DA5-4052-AF9C-D207CAAF0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17FB6-642B-4FB2-8346-0F12D52C7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9126F-4A9D-4F77-AB4B-ED5F6AD24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FE415-D57D-4B7E-9A45-987FB14E2C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4E062-54C9-4045-9209-D238F501E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324D5-7C3E-425E-8350-800EE011A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B5C6-8F3C-477B-BF8F-6EFDDDC4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6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pn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412526D3-3545-4024-2CB4-36F828C50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2E03E5-4D0C-A59E-9676-F9194347A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5" name="Google Shape;255;g371502a4ebc_4_159">
            <a:extLst>
              <a:ext uri="{FF2B5EF4-FFF2-40B4-BE49-F238E27FC236}">
                <a16:creationId xmlns:a16="http://schemas.microsoft.com/office/drawing/2014/main" id="{4FA5D305-D6ED-5329-2883-C971720358D8}"/>
              </a:ext>
            </a:extLst>
          </p:cNvPr>
          <p:cNvSpPr txBox="1"/>
          <p:nvPr/>
        </p:nvSpPr>
        <p:spPr>
          <a:xfrm>
            <a:off x="221672" y="4424657"/>
            <a:ext cx="608636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Vizibilitatea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tot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mare a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clubului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HC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Dunărea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Brăila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rezultatul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unei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strategii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coerente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comunicare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al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unei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relații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solide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cu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partenerii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media.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Prezența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constantă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presa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națională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transmisiunile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TV,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reportajele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aparițiile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online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comunitățile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din social media au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consolidat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imaginea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clubului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au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atras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suporteri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sponsori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b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Fiecare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articol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postare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imagine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aduce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publicul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aproape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echipă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media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devenind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liantul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dintre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club,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fani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oraș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Sprijinul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media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rămâne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esențial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iar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obiectivul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nostru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 HC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Dunărea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Brăila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devină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reper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comunicare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profesionistă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sportul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românesc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4E0CAD-DC2C-4C23-39B7-B5642D819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759" y="405324"/>
            <a:ext cx="2475221" cy="887184"/>
          </a:xfrm>
          <a:prstGeom prst="rect">
            <a:avLst/>
          </a:prstGeom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1BDE910C-9BA3-193A-0CE4-99868BD78894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03877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104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2025-11-04T07:36:15Z</dcterms:created>
  <dcterms:modified xsi:type="dcterms:W3CDTF">2025-11-04T07:41:23Z</dcterms:modified>
</cp:coreProperties>
</file>