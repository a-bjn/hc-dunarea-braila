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DFC17-0A2B-4BAD-A297-8ADF6E7AF6C0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93C1-F9A0-4274-892A-32C4A49FB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8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1502a4ebc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71502a4eb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>
            <a:spLocks noGrp="1"/>
          </p:cNvSpPr>
          <p:nvPr>
            <p:ph type="pic" idx="2"/>
          </p:nvPr>
        </p:nvSpPr>
        <p:spPr>
          <a:xfrm>
            <a:off x="5500913" y="-1"/>
            <a:ext cx="66912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62929866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34CE6-D484-416D-8341-D3E8456B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DA18A-F698-409C-843A-FE8D9E0F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CE84F-5A41-4760-8418-803619024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818CD-E8DE-46A1-A7D5-305128D54743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1BFC1-9ACA-499A-A9F1-ACCAF5A3D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C37A2-CDE5-47E6-8EDC-279DF3312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F646C-B4AD-4F5A-81D2-4C8F8A174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25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B54842-CE39-0E57-F3B0-C76D38873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6" name="Google Shape;126;g371502a4ebc_0_58"/>
          <p:cNvSpPr txBox="1"/>
          <p:nvPr/>
        </p:nvSpPr>
        <p:spPr>
          <a:xfrm>
            <a:off x="7573435" y="3429001"/>
            <a:ext cx="4292600" cy="318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333" b="1" dirty="0">
                <a:solidFill>
                  <a:schemeClr val="lt1"/>
                </a:solidFill>
              </a:rPr>
              <a:t>🔹 Cupa </a:t>
            </a:r>
            <a:r>
              <a:rPr lang="en-GB" sz="1333" b="1" dirty="0" err="1">
                <a:solidFill>
                  <a:schemeClr val="lt1"/>
                </a:solidFill>
              </a:rPr>
              <a:t>României</a:t>
            </a:r>
            <a:r>
              <a:rPr lang="en-GB" sz="1333" b="1" dirty="0">
                <a:solidFill>
                  <a:schemeClr val="lt1"/>
                </a:solidFill>
              </a:rPr>
              <a:t> – </a:t>
            </a:r>
            <a:r>
              <a:rPr lang="en-GB" sz="1333" b="1" dirty="0" err="1">
                <a:solidFill>
                  <a:schemeClr val="lt1"/>
                </a:solidFill>
              </a:rPr>
              <a:t>Medalie</a:t>
            </a:r>
            <a:r>
              <a:rPr lang="en-GB" sz="1333" b="1" dirty="0">
                <a:solidFill>
                  <a:schemeClr val="lt1"/>
                </a:solidFill>
              </a:rPr>
              <a:t> de Bronz </a:t>
            </a:r>
            <a:r>
              <a:rPr lang="en-GB" sz="1333" b="1" dirty="0" err="1">
                <a:solidFill>
                  <a:schemeClr val="lt1"/>
                </a:solidFill>
              </a:rPr>
              <a:t>în</a:t>
            </a:r>
            <a:r>
              <a:rPr lang="en-GB" sz="1333" b="1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Giulești</a:t>
            </a:r>
            <a:br>
              <a:rPr lang="en-GB" sz="1333" b="1" dirty="0">
                <a:solidFill>
                  <a:schemeClr val="lt1"/>
                </a:solidFill>
              </a:rPr>
            </a:br>
            <a:r>
              <a:rPr lang="en-GB" sz="1200" dirty="0" err="1">
                <a:solidFill>
                  <a:schemeClr val="lt1"/>
                </a:solidFill>
              </a:rPr>
              <a:t>Pentru</a:t>
            </a:r>
            <a:r>
              <a:rPr lang="en-GB" sz="1200" dirty="0">
                <a:solidFill>
                  <a:schemeClr val="lt1"/>
                </a:solidFill>
              </a:rPr>
              <a:t> al 3-lea </a:t>
            </a:r>
            <a:r>
              <a:rPr lang="en-GB" sz="1200" dirty="0" err="1">
                <a:solidFill>
                  <a:schemeClr val="lt1"/>
                </a:solidFill>
              </a:rPr>
              <a:t>sezon</a:t>
            </a:r>
            <a:r>
              <a:rPr lang="en-GB" sz="1200" dirty="0">
                <a:solidFill>
                  <a:schemeClr val="lt1"/>
                </a:solidFill>
              </a:rPr>
              <a:t> la rand </a:t>
            </a:r>
            <a:r>
              <a:rPr lang="en-GB" sz="1200" dirty="0" err="1">
                <a:solidFill>
                  <a:schemeClr val="lt1"/>
                </a:solidFill>
              </a:rPr>
              <a:t>obținem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medalie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în</a:t>
            </a:r>
            <a:r>
              <a:rPr lang="en-GB" sz="1200" dirty="0">
                <a:solidFill>
                  <a:schemeClr val="lt1"/>
                </a:solidFill>
              </a:rPr>
              <a:t> Cupa </a:t>
            </a:r>
            <a:r>
              <a:rPr lang="en-GB" sz="1200" dirty="0" err="1">
                <a:solidFill>
                  <a:schemeClr val="lt1"/>
                </a:solidFill>
              </a:rPr>
              <a:t>României</a:t>
            </a:r>
            <a:r>
              <a:rPr lang="en-GB" sz="1200" dirty="0">
                <a:solidFill>
                  <a:schemeClr val="lt1"/>
                </a:solidFill>
              </a:rPr>
              <a:t>, de data </a:t>
            </a:r>
            <a:r>
              <a:rPr lang="en-GB" sz="1200" dirty="0" err="1">
                <a:solidFill>
                  <a:schemeClr val="lt1"/>
                </a:solidFill>
              </a:rPr>
              <a:t>aceasta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în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Giulești</a:t>
            </a:r>
            <a:r>
              <a:rPr lang="en-GB" sz="1200" dirty="0">
                <a:solidFill>
                  <a:schemeClr val="lt1"/>
                </a:solidFill>
              </a:rPr>
              <a:t>, cu </a:t>
            </a:r>
            <a:r>
              <a:rPr lang="en-GB" sz="1200" dirty="0" err="1">
                <a:solidFill>
                  <a:schemeClr val="lt1"/>
                </a:solidFill>
              </a:rPr>
              <a:t>echipa</a:t>
            </a:r>
            <a:r>
              <a:rPr lang="en-GB" sz="1200" dirty="0">
                <a:solidFill>
                  <a:schemeClr val="lt1"/>
                </a:solidFill>
              </a:rPr>
              <a:t> Rapid </a:t>
            </a:r>
            <a:r>
              <a:rPr lang="en-GB" sz="1200" dirty="0" err="1">
                <a:solidFill>
                  <a:schemeClr val="lt1"/>
                </a:solidFill>
              </a:rPr>
              <a:t>București</a:t>
            </a:r>
            <a:r>
              <a:rPr lang="en-GB" sz="1200" dirty="0">
                <a:solidFill>
                  <a:schemeClr val="lt1"/>
                </a:solidFill>
              </a:rPr>
              <a:t>.</a:t>
            </a:r>
            <a:endParaRPr sz="1200" dirty="0">
              <a:solidFill>
                <a:schemeClr val="lt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buSzPts val="825"/>
            </a:pPr>
            <a:r>
              <a:rPr lang="en-GB" sz="1333" b="1" dirty="0">
                <a:solidFill>
                  <a:schemeClr val="lt1"/>
                </a:solidFill>
              </a:rPr>
              <a:t>🔹 </a:t>
            </a:r>
            <a:r>
              <a:rPr lang="ro-RO" sz="1333" b="1" dirty="0">
                <a:solidFill>
                  <a:schemeClr val="lt1"/>
                </a:solidFill>
              </a:rPr>
              <a:t>Superc</a:t>
            </a:r>
            <a:r>
              <a:rPr lang="en-GB" sz="1333" b="1" dirty="0" err="1">
                <a:solidFill>
                  <a:schemeClr val="lt1"/>
                </a:solidFill>
              </a:rPr>
              <a:t>upa</a:t>
            </a:r>
            <a:r>
              <a:rPr lang="en-GB" sz="1333" b="1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României</a:t>
            </a:r>
            <a:r>
              <a:rPr lang="en-GB" sz="1333" b="1" dirty="0">
                <a:solidFill>
                  <a:schemeClr val="lt1"/>
                </a:solidFill>
              </a:rPr>
              <a:t> – </a:t>
            </a:r>
            <a:r>
              <a:rPr lang="en-GB" sz="1333" b="1" dirty="0" err="1">
                <a:solidFill>
                  <a:schemeClr val="lt1"/>
                </a:solidFill>
              </a:rPr>
              <a:t>Medalie</a:t>
            </a:r>
            <a:r>
              <a:rPr lang="en-GB" sz="1333" b="1" dirty="0">
                <a:solidFill>
                  <a:schemeClr val="lt1"/>
                </a:solidFill>
              </a:rPr>
              <a:t> de Bronz</a:t>
            </a:r>
            <a:br>
              <a:rPr lang="en-GB" sz="1333" b="1" dirty="0">
                <a:solidFill>
                  <a:schemeClr val="lt1"/>
                </a:solidFill>
              </a:rPr>
            </a:br>
            <a:r>
              <a:rPr lang="en-GB" sz="1200" dirty="0" err="1">
                <a:solidFill>
                  <a:schemeClr val="lt1"/>
                </a:solidFill>
              </a:rPr>
              <a:t>Pentru</a:t>
            </a:r>
            <a:r>
              <a:rPr lang="en-GB" sz="1200" dirty="0">
                <a:solidFill>
                  <a:schemeClr val="lt1"/>
                </a:solidFill>
              </a:rPr>
              <a:t> al 2 lea an la rand, am </a:t>
            </a:r>
            <a:r>
              <a:rPr lang="en-GB" sz="1200" dirty="0" err="1">
                <a:solidFill>
                  <a:schemeClr val="lt1"/>
                </a:solidFill>
              </a:rPr>
              <a:t>fost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prezenți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în</a:t>
            </a:r>
            <a:r>
              <a:rPr lang="en-GB" sz="1200" dirty="0">
                <a:solidFill>
                  <a:schemeClr val="lt1"/>
                </a:solidFill>
              </a:rPr>
              <a:t> Final Four-ul </a:t>
            </a:r>
            <a:r>
              <a:rPr lang="en-GB" sz="1200" dirty="0" err="1">
                <a:solidFill>
                  <a:schemeClr val="lt1"/>
                </a:solidFill>
              </a:rPr>
              <a:t>Supercupei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României</a:t>
            </a:r>
            <a:r>
              <a:rPr lang="en-GB" sz="1200" dirty="0">
                <a:solidFill>
                  <a:schemeClr val="lt1"/>
                </a:solidFill>
              </a:rPr>
              <a:t>, din nou am </a:t>
            </a:r>
            <a:r>
              <a:rPr lang="en-GB" sz="1200" dirty="0" err="1">
                <a:solidFill>
                  <a:schemeClr val="lt1"/>
                </a:solidFill>
              </a:rPr>
              <a:t>obtinut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medalia</a:t>
            </a:r>
            <a:r>
              <a:rPr lang="en-GB" sz="1200" dirty="0">
                <a:solidFill>
                  <a:schemeClr val="lt1"/>
                </a:solidFill>
              </a:rPr>
              <a:t> de </a:t>
            </a:r>
            <a:r>
              <a:rPr lang="en-GB" sz="1200" dirty="0" err="1">
                <a:solidFill>
                  <a:schemeClr val="lt1"/>
                </a:solidFill>
              </a:rPr>
              <a:t>bronz</a:t>
            </a:r>
            <a:r>
              <a:rPr lang="en-GB" sz="1200" dirty="0">
                <a:solidFill>
                  <a:schemeClr val="lt1"/>
                </a:solidFill>
              </a:rPr>
              <a:t>.</a:t>
            </a:r>
            <a:endParaRPr sz="1333" dirty="0">
              <a:solidFill>
                <a:schemeClr val="lt1"/>
              </a:solidFill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buSzPts val="825"/>
            </a:pPr>
            <a:r>
              <a:rPr lang="en-GB" sz="1333" b="1" dirty="0">
                <a:solidFill>
                  <a:schemeClr val="lt1"/>
                </a:solidFill>
              </a:rPr>
              <a:t>🔹</a:t>
            </a:r>
            <a:r>
              <a:rPr lang="en-GB" sz="1333" b="1" dirty="0" err="1">
                <a:solidFill>
                  <a:schemeClr val="lt1"/>
                </a:solidFill>
              </a:rPr>
              <a:t>Proiect</a:t>
            </a:r>
            <a:r>
              <a:rPr lang="en-GB" sz="1333" b="1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județ</a:t>
            </a:r>
            <a:r>
              <a:rPr lang="en-GB" sz="1333" b="1" dirty="0">
                <a:solidFill>
                  <a:schemeClr val="lt1"/>
                </a:solidFill>
              </a:rPr>
              <a:t> - </a:t>
            </a:r>
            <a:r>
              <a:rPr lang="en-GB" sz="1333" b="1" dirty="0" err="1">
                <a:solidFill>
                  <a:schemeClr val="lt1"/>
                </a:solidFill>
              </a:rPr>
              <a:t>Handbal</a:t>
            </a:r>
            <a:r>
              <a:rPr lang="en-GB" sz="1333" b="1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pentru</a:t>
            </a:r>
            <a:r>
              <a:rPr lang="en-GB" sz="1333" b="1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toți</a:t>
            </a:r>
            <a:br>
              <a:rPr lang="en-GB" sz="1333" b="1" dirty="0">
                <a:solidFill>
                  <a:schemeClr val="lt1"/>
                </a:solidFill>
              </a:rPr>
            </a:br>
            <a:r>
              <a:rPr lang="ro-RO" sz="1200" b="1" dirty="0">
                <a:solidFill>
                  <a:schemeClr val="lt1"/>
                </a:solidFill>
              </a:rPr>
              <a:t>,,</a:t>
            </a:r>
            <a:r>
              <a:rPr lang="en-GB" sz="1200" b="1" dirty="0" err="1">
                <a:solidFill>
                  <a:schemeClr val="lt1"/>
                </a:solidFill>
              </a:rPr>
              <a:t>Handbal</a:t>
            </a:r>
            <a:r>
              <a:rPr lang="en-GB" sz="1200" b="1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pentru</a:t>
            </a:r>
            <a:r>
              <a:rPr lang="en-GB" sz="1200" b="1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Toți</a:t>
            </a:r>
            <a:r>
              <a:rPr lang="en-GB" sz="1200" dirty="0">
                <a:solidFill>
                  <a:schemeClr val="lt1"/>
                </a:solidFill>
              </a:rPr>
              <a:t>” </a:t>
            </a:r>
            <a:r>
              <a:rPr lang="en-GB" sz="1200" dirty="0" err="1">
                <a:solidFill>
                  <a:schemeClr val="lt1"/>
                </a:solidFill>
              </a:rPr>
              <a:t>este</a:t>
            </a:r>
            <a:r>
              <a:rPr lang="en-GB" sz="1200" dirty="0">
                <a:solidFill>
                  <a:schemeClr val="lt1"/>
                </a:solidFill>
              </a:rPr>
              <a:t> o </a:t>
            </a:r>
            <a:r>
              <a:rPr lang="en-GB" sz="1200" dirty="0" err="1">
                <a:solidFill>
                  <a:schemeClr val="lt1"/>
                </a:solidFill>
              </a:rPr>
              <a:t>inițiativă</a:t>
            </a:r>
            <a:r>
              <a:rPr lang="en-GB" sz="1200" dirty="0">
                <a:solidFill>
                  <a:schemeClr val="lt1"/>
                </a:solidFill>
              </a:rPr>
              <a:t> care </a:t>
            </a:r>
            <a:r>
              <a:rPr lang="en-GB" sz="1200" dirty="0" err="1">
                <a:solidFill>
                  <a:schemeClr val="lt1"/>
                </a:solidFill>
              </a:rPr>
              <a:t>unește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clubul</a:t>
            </a:r>
            <a:r>
              <a:rPr lang="en-GB" sz="1200" dirty="0">
                <a:solidFill>
                  <a:schemeClr val="lt1"/>
                </a:solidFill>
              </a:rPr>
              <a:t>, </a:t>
            </a:r>
            <a:r>
              <a:rPr lang="en-GB" sz="1200" dirty="0" err="1">
                <a:solidFill>
                  <a:schemeClr val="lt1"/>
                </a:solidFill>
              </a:rPr>
              <a:t>comunitatea</a:t>
            </a:r>
            <a:r>
              <a:rPr lang="en-GB" sz="1200" dirty="0">
                <a:solidFill>
                  <a:schemeClr val="lt1"/>
                </a:solidFill>
              </a:rPr>
              <a:t>, </a:t>
            </a:r>
            <a:r>
              <a:rPr lang="en-GB" sz="1200" dirty="0" err="1">
                <a:solidFill>
                  <a:schemeClr val="lt1"/>
                </a:solidFill>
              </a:rPr>
              <a:t>autoritățile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și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sponsorii</a:t>
            </a:r>
            <a:r>
              <a:rPr lang="en-GB" sz="1200" dirty="0">
                <a:solidFill>
                  <a:schemeClr val="lt1"/>
                </a:solidFill>
              </a:rPr>
              <a:t>, </a:t>
            </a:r>
            <a:r>
              <a:rPr lang="en-GB" sz="1200" dirty="0" err="1">
                <a:solidFill>
                  <a:schemeClr val="lt1"/>
                </a:solidFill>
              </a:rPr>
              <a:t>oferind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șanse</a:t>
            </a:r>
            <a:r>
              <a:rPr lang="en-GB" sz="1200" b="1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reale</a:t>
            </a:r>
            <a:r>
              <a:rPr lang="en-GB" sz="1200" b="1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pentru</a:t>
            </a:r>
            <a:r>
              <a:rPr lang="en-GB" sz="1200" b="1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tinerii</a:t>
            </a:r>
            <a:r>
              <a:rPr lang="en-GB" sz="1200" b="1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sportivi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și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contribuind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activ</a:t>
            </a:r>
            <a:r>
              <a:rPr lang="en-GB" sz="1200" dirty="0">
                <a:solidFill>
                  <a:schemeClr val="lt1"/>
                </a:solidFill>
              </a:rPr>
              <a:t> la </a:t>
            </a:r>
            <a:r>
              <a:rPr lang="en-GB" sz="1200" b="1" dirty="0" err="1">
                <a:solidFill>
                  <a:schemeClr val="lt1"/>
                </a:solidFill>
              </a:rPr>
              <a:t>viitorul</a:t>
            </a:r>
            <a:r>
              <a:rPr lang="en-GB" sz="1200" b="1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handbalului</a:t>
            </a:r>
            <a:r>
              <a:rPr lang="en-GB" sz="1200" b="1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românesc</a:t>
            </a:r>
            <a:r>
              <a:rPr lang="en-GB" sz="1200" dirty="0">
                <a:solidFill>
                  <a:schemeClr val="lt1"/>
                </a:solidFill>
              </a:rPr>
              <a:t>.</a:t>
            </a:r>
            <a:endParaRPr sz="1200" dirty="0">
              <a:solidFill>
                <a:schemeClr val="lt1"/>
              </a:solidFill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sz="1333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g371502a4ebc_0_58"/>
          <p:cNvSpPr txBox="1"/>
          <p:nvPr/>
        </p:nvSpPr>
        <p:spPr>
          <a:xfrm>
            <a:off x="2855087" y="3429001"/>
            <a:ext cx="4134147" cy="280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SzPts val="825"/>
            </a:pPr>
            <a:r>
              <a:rPr lang="en-GB" sz="1333" b="1" dirty="0">
                <a:solidFill>
                  <a:schemeClr val="lt1"/>
                </a:solidFill>
              </a:rPr>
              <a:t>🔹 EHF European League – </a:t>
            </a:r>
            <a:r>
              <a:rPr lang="en-GB" sz="1333" b="1" dirty="0" err="1">
                <a:solidFill>
                  <a:schemeClr val="lt1"/>
                </a:solidFill>
              </a:rPr>
              <a:t>Sferturi</a:t>
            </a:r>
            <a:r>
              <a:rPr lang="en-GB" sz="1333" b="1" dirty="0">
                <a:solidFill>
                  <a:schemeClr val="lt1"/>
                </a:solidFill>
              </a:rPr>
              <a:t> de Finală (2024/2025)</a:t>
            </a:r>
            <a:endParaRPr sz="1333" b="1" dirty="0">
              <a:solidFill>
                <a:schemeClr val="lt1"/>
              </a:solidFill>
            </a:endParaRPr>
          </a:p>
          <a:p>
            <a:pPr>
              <a:buSzPts val="825"/>
            </a:pPr>
            <a:r>
              <a:rPr lang="en-GB" sz="1333" b="1" dirty="0">
                <a:solidFill>
                  <a:schemeClr val="lt1"/>
                </a:solidFill>
              </a:rPr>
              <a:t> </a:t>
            </a:r>
            <a:r>
              <a:rPr lang="en-GB" sz="1200" dirty="0">
                <a:solidFill>
                  <a:schemeClr val="lt1"/>
                </a:solidFill>
              </a:rPr>
              <a:t>Un nou </a:t>
            </a:r>
            <a:r>
              <a:rPr lang="en-GB" sz="1200" dirty="0" err="1">
                <a:solidFill>
                  <a:schemeClr val="lt1"/>
                </a:solidFill>
              </a:rPr>
              <a:t>sezon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european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curajos</a:t>
            </a:r>
            <a:r>
              <a:rPr lang="en-GB" sz="1200" dirty="0">
                <a:solidFill>
                  <a:schemeClr val="lt1"/>
                </a:solidFill>
              </a:rPr>
              <a:t>! Am </a:t>
            </a:r>
            <a:r>
              <a:rPr lang="en-GB" sz="1200" dirty="0" err="1">
                <a:solidFill>
                  <a:schemeClr val="lt1"/>
                </a:solidFill>
              </a:rPr>
              <a:t>fost</a:t>
            </a:r>
            <a:r>
              <a:rPr lang="en-GB" sz="1200" dirty="0">
                <a:solidFill>
                  <a:schemeClr val="lt1"/>
                </a:solidFill>
              </a:rPr>
              <a:t> la un </a:t>
            </a:r>
            <a:r>
              <a:rPr lang="en-GB" sz="1200" dirty="0" err="1">
                <a:solidFill>
                  <a:schemeClr val="lt1"/>
                </a:solidFill>
              </a:rPr>
              <a:t>singur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gol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distanță</a:t>
            </a:r>
            <a:r>
              <a:rPr lang="en-GB" sz="1200" dirty="0">
                <a:solidFill>
                  <a:schemeClr val="lt1"/>
                </a:solidFill>
              </a:rPr>
              <a:t> de o </a:t>
            </a:r>
            <a:r>
              <a:rPr lang="en-GB" sz="1200" dirty="0" err="1">
                <a:solidFill>
                  <a:schemeClr val="lt1"/>
                </a:solidFill>
              </a:rPr>
              <a:t>nouă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calificare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în</a:t>
            </a:r>
            <a:r>
              <a:rPr lang="en-GB" sz="1200" dirty="0">
                <a:solidFill>
                  <a:schemeClr val="lt1"/>
                </a:solidFill>
              </a:rPr>
              <a:t> Final Four, </a:t>
            </a:r>
            <a:r>
              <a:rPr lang="en-GB" sz="1200" dirty="0" err="1">
                <a:solidFill>
                  <a:schemeClr val="lt1"/>
                </a:solidFill>
              </a:rPr>
              <a:t>într</a:t>
            </a:r>
            <a:r>
              <a:rPr lang="en-GB" sz="1200" dirty="0">
                <a:solidFill>
                  <a:schemeClr val="lt1"/>
                </a:solidFill>
              </a:rPr>
              <a:t>-o </a:t>
            </a:r>
            <a:r>
              <a:rPr lang="en-GB" sz="1200" dirty="0" err="1">
                <a:solidFill>
                  <a:schemeClr val="lt1"/>
                </a:solidFill>
              </a:rPr>
              <a:t>dublă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manșă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memorabilă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împotriva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favoritelor</a:t>
            </a:r>
            <a:r>
              <a:rPr lang="en-GB" sz="1200" b="1" dirty="0">
                <a:solidFill>
                  <a:schemeClr val="lt1"/>
                </a:solidFill>
              </a:rPr>
              <a:t>.</a:t>
            </a:r>
            <a:endParaRPr sz="1200" b="1" dirty="0">
              <a:solidFill>
                <a:schemeClr val="lt1"/>
              </a:solidFill>
            </a:endParaRPr>
          </a:p>
          <a:p>
            <a:pPr>
              <a:buSzPts val="825"/>
            </a:pPr>
            <a:endParaRPr sz="1333" b="1" dirty="0">
              <a:solidFill>
                <a:schemeClr val="lt1"/>
              </a:solidFill>
            </a:endParaRPr>
          </a:p>
          <a:p>
            <a:pPr>
              <a:buSzPts val="825"/>
            </a:pPr>
            <a:r>
              <a:rPr lang="en-GB" sz="1333" b="1" dirty="0">
                <a:solidFill>
                  <a:schemeClr val="lt1"/>
                </a:solidFill>
              </a:rPr>
              <a:t>🔹 ECHIPA DE TINERET, CAMPIOAN</a:t>
            </a:r>
            <a:r>
              <a:rPr lang="ro-RO" sz="1333" b="1" dirty="0">
                <a:solidFill>
                  <a:schemeClr val="lt1"/>
                </a:solidFill>
              </a:rPr>
              <a:t>Ă</a:t>
            </a:r>
            <a:r>
              <a:rPr lang="en-GB" sz="1333" b="1" dirty="0">
                <a:solidFill>
                  <a:schemeClr val="lt1"/>
                </a:solidFill>
              </a:rPr>
              <a:t> NATIONAL</a:t>
            </a:r>
            <a:r>
              <a:rPr lang="ro-RO" sz="1333" b="1" dirty="0">
                <a:solidFill>
                  <a:schemeClr val="lt1"/>
                </a:solidFill>
              </a:rPr>
              <a:t>Ă</a:t>
            </a:r>
            <a:r>
              <a:rPr lang="en-GB" sz="1333" b="1" dirty="0">
                <a:solidFill>
                  <a:schemeClr val="lt1"/>
                </a:solidFill>
              </a:rPr>
              <a:t> </a:t>
            </a:r>
            <a:r>
              <a:rPr lang="en-GB" sz="1333" b="1" dirty="0" err="1">
                <a:solidFill>
                  <a:schemeClr val="lt1"/>
                </a:solidFill>
              </a:rPr>
              <a:t>pentru</a:t>
            </a:r>
            <a:r>
              <a:rPr lang="en-GB" sz="1333" b="1" dirty="0">
                <a:solidFill>
                  <a:schemeClr val="lt1"/>
                </a:solidFill>
              </a:rPr>
              <a:t> AL 2-LEA AN CONSECUTIV)</a:t>
            </a:r>
            <a:br>
              <a:rPr lang="en-GB" sz="1333" b="1" dirty="0">
                <a:solidFill>
                  <a:schemeClr val="lt1"/>
                </a:solidFill>
              </a:rPr>
            </a:br>
            <a:r>
              <a:rPr lang="en-GB" sz="1200" dirty="0" err="1">
                <a:solidFill>
                  <a:schemeClr val="lt1"/>
                </a:solidFill>
              </a:rPr>
              <a:t>Titlul</a:t>
            </a:r>
            <a:r>
              <a:rPr lang="en-GB" sz="1200" dirty="0">
                <a:solidFill>
                  <a:schemeClr val="lt1"/>
                </a:solidFill>
              </a:rPr>
              <a:t> a </a:t>
            </a:r>
            <a:r>
              <a:rPr lang="en-GB" sz="1200" dirty="0" err="1">
                <a:solidFill>
                  <a:schemeClr val="lt1"/>
                </a:solidFill>
              </a:rPr>
              <a:t>fost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obținut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fără</a:t>
            </a:r>
            <a:r>
              <a:rPr lang="en-GB" sz="1200" b="1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nicio</a:t>
            </a:r>
            <a:r>
              <a:rPr lang="en-GB" sz="1200" b="1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înfrângere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în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cele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două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sezoane</a:t>
            </a:r>
            <a:r>
              <a:rPr lang="en-GB" sz="1200" dirty="0">
                <a:solidFill>
                  <a:schemeClr val="lt1"/>
                </a:solidFill>
              </a:rPr>
              <a:t>. </a:t>
            </a:r>
            <a:r>
              <a:rPr lang="en-GB" sz="1200" dirty="0" err="1">
                <a:solidFill>
                  <a:schemeClr val="lt1"/>
                </a:solidFill>
              </a:rPr>
              <a:t>Performanța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reprezintă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b="1" dirty="0">
                <a:solidFill>
                  <a:schemeClr val="lt1"/>
                </a:solidFill>
              </a:rPr>
              <a:t>un </a:t>
            </a:r>
            <a:r>
              <a:rPr lang="en-GB" sz="1200" b="1" dirty="0" err="1">
                <a:solidFill>
                  <a:schemeClr val="lt1"/>
                </a:solidFill>
              </a:rPr>
              <a:t>motiv</a:t>
            </a:r>
            <a:r>
              <a:rPr lang="en-GB" sz="1200" b="1" dirty="0">
                <a:solidFill>
                  <a:schemeClr val="lt1"/>
                </a:solidFill>
              </a:rPr>
              <a:t> de </a:t>
            </a:r>
            <a:r>
              <a:rPr lang="en-GB" sz="1200" b="1" dirty="0" err="1">
                <a:solidFill>
                  <a:schemeClr val="lt1"/>
                </a:solidFill>
              </a:rPr>
              <a:t>mândrie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și</a:t>
            </a:r>
            <a:r>
              <a:rPr lang="en-GB" sz="1200" dirty="0">
                <a:solidFill>
                  <a:schemeClr val="lt1"/>
                </a:solidFill>
              </a:rPr>
              <a:t> un </a:t>
            </a:r>
            <a:r>
              <a:rPr lang="en-GB" sz="1200" b="1" dirty="0" err="1">
                <a:solidFill>
                  <a:schemeClr val="lt1"/>
                </a:solidFill>
              </a:rPr>
              <a:t>posibil</a:t>
            </a:r>
            <a:r>
              <a:rPr lang="en-GB" sz="1200" b="1" dirty="0">
                <a:solidFill>
                  <a:schemeClr val="lt1"/>
                </a:solidFill>
              </a:rPr>
              <a:t> record </a:t>
            </a:r>
            <a:r>
              <a:rPr lang="en-GB" sz="1200" b="1" dirty="0" err="1">
                <a:solidFill>
                  <a:schemeClr val="lt1"/>
                </a:solidFill>
              </a:rPr>
              <a:t>greu</a:t>
            </a:r>
            <a:r>
              <a:rPr lang="en-GB" sz="1200" b="1" dirty="0">
                <a:solidFill>
                  <a:schemeClr val="lt1"/>
                </a:solidFill>
              </a:rPr>
              <a:t> de </a:t>
            </a:r>
            <a:r>
              <a:rPr lang="en-GB" sz="1200" b="1" dirty="0" err="1">
                <a:solidFill>
                  <a:schemeClr val="lt1"/>
                </a:solidFill>
              </a:rPr>
              <a:t>egalat</a:t>
            </a:r>
            <a:r>
              <a:rPr lang="en-GB" sz="1200" dirty="0">
                <a:solidFill>
                  <a:schemeClr val="lt1"/>
                </a:solidFill>
              </a:rPr>
              <a:t>.</a:t>
            </a:r>
            <a:br>
              <a:rPr lang="en-GB" sz="1200" dirty="0">
                <a:solidFill>
                  <a:schemeClr val="lt1"/>
                </a:solidFill>
              </a:rPr>
            </a:br>
            <a:r>
              <a:rPr lang="en-GB" sz="1200" b="1" dirty="0" err="1">
                <a:solidFill>
                  <a:schemeClr val="lt1"/>
                </a:solidFill>
              </a:rPr>
              <a:t>Obiective</a:t>
            </a:r>
            <a:r>
              <a:rPr lang="en-GB" sz="1200" b="1" dirty="0">
                <a:solidFill>
                  <a:schemeClr val="lt1"/>
                </a:solidFill>
              </a:rPr>
              <a:t> </a:t>
            </a:r>
            <a:r>
              <a:rPr lang="en-GB" sz="1200" b="1" dirty="0" err="1">
                <a:solidFill>
                  <a:schemeClr val="lt1"/>
                </a:solidFill>
              </a:rPr>
              <a:t>atinse</a:t>
            </a:r>
            <a:r>
              <a:rPr lang="en-GB" sz="1200" b="1" dirty="0">
                <a:solidFill>
                  <a:schemeClr val="lt1"/>
                </a:solidFill>
              </a:rPr>
              <a:t>:</a:t>
            </a:r>
            <a:br>
              <a:rPr lang="en-GB" sz="1200" b="1" dirty="0">
                <a:solidFill>
                  <a:schemeClr val="lt1"/>
                </a:solidFill>
              </a:rPr>
            </a:br>
            <a:r>
              <a:rPr lang="ro-RO" sz="1200" b="1" dirty="0">
                <a:solidFill>
                  <a:schemeClr val="lt1"/>
                </a:solidFill>
              </a:rPr>
              <a:t>- </a:t>
            </a:r>
            <a:r>
              <a:rPr lang="en-GB" sz="1200" b="1" dirty="0">
                <a:solidFill>
                  <a:schemeClr val="lt1"/>
                </a:solidFill>
              </a:rPr>
              <a:t>6 </a:t>
            </a:r>
            <a:r>
              <a:rPr lang="en-GB" sz="1200" b="1" dirty="0" err="1">
                <a:solidFill>
                  <a:schemeClr val="lt1"/>
                </a:solidFill>
              </a:rPr>
              <a:t>jucătoare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promovate</a:t>
            </a:r>
            <a:r>
              <a:rPr lang="en-GB" sz="1200" dirty="0">
                <a:solidFill>
                  <a:schemeClr val="lt1"/>
                </a:solidFill>
              </a:rPr>
              <a:t> la </a:t>
            </a:r>
            <a:r>
              <a:rPr lang="en-GB" sz="1200" dirty="0" err="1">
                <a:solidFill>
                  <a:schemeClr val="lt1"/>
                </a:solidFill>
              </a:rPr>
              <a:t>echipa</a:t>
            </a:r>
            <a:r>
              <a:rPr lang="en-GB" sz="1200" dirty="0">
                <a:solidFill>
                  <a:schemeClr val="lt1"/>
                </a:solidFill>
              </a:rPr>
              <a:t> de </a:t>
            </a:r>
            <a:r>
              <a:rPr lang="en-GB" sz="1200" dirty="0" err="1">
                <a:solidFill>
                  <a:schemeClr val="lt1"/>
                </a:solidFill>
              </a:rPr>
              <a:t>senioare</a:t>
            </a:r>
            <a:r>
              <a:rPr lang="en-GB" sz="1200" dirty="0">
                <a:solidFill>
                  <a:schemeClr val="lt1"/>
                </a:solidFill>
              </a:rPr>
              <a:t>.</a:t>
            </a:r>
            <a:br>
              <a:rPr lang="en-GB" sz="1200" dirty="0">
                <a:solidFill>
                  <a:schemeClr val="lt1"/>
                </a:solidFill>
              </a:rPr>
            </a:br>
            <a:r>
              <a:rPr lang="ro-RO" sz="1200" dirty="0">
                <a:solidFill>
                  <a:schemeClr val="lt1"/>
                </a:solidFill>
              </a:rPr>
              <a:t>- </a:t>
            </a:r>
            <a:r>
              <a:rPr lang="en-GB" sz="1200" b="1" dirty="0">
                <a:solidFill>
                  <a:schemeClr val="lt1"/>
                </a:solidFill>
              </a:rPr>
              <a:t>3 </a:t>
            </a:r>
            <a:r>
              <a:rPr lang="en-GB" sz="1200" b="1" dirty="0" err="1">
                <a:solidFill>
                  <a:schemeClr val="lt1"/>
                </a:solidFill>
              </a:rPr>
              <a:t>jucătoare</a:t>
            </a:r>
            <a:r>
              <a:rPr lang="en-GB" sz="1200" dirty="0">
                <a:solidFill>
                  <a:schemeClr val="lt1"/>
                </a:solidFill>
              </a:rPr>
              <a:t> au </a:t>
            </a:r>
            <a:r>
              <a:rPr lang="en-GB" sz="1200" dirty="0" err="1">
                <a:solidFill>
                  <a:schemeClr val="lt1"/>
                </a:solidFill>
              </a:rPr>
              <a:t>semnat</a:t>
            </a:r>
            <a:r>
              <a:rPr lang="en-GB" sz="1200" dirty="0">
                <a:solidFill>
                  <a:schemeClr val="lt1"/>
                </a:solidFill>
              </a:rPr>
              <a:t> </a:t>
            </a:r>
            <a:r>
              <a:rPr lang="en-GB" sz="1200" dirty="0" err="1">
                <a:solidFill>
                  <a:schemeClr val="lt1"/>
                </a:solidFill>
              </a:rPr>
              <a:t>contracte</a:t>
            </a:r>
            <a:r>
              <a:rPr lang="en-GB" sz="1200" dirty="0">
                <a:solidFill>
                  <a:schemeClr val="lt1"/>
                </a:solidFill>
              </a:rPr>
              <a:t> cu </a:t>
            </a:r>
            <a:r>
              <a:rPr lang="en-GB" sz="1200" dirty="0" err="1">
                <a:solidFill>
                  <a:schemeClr val="lt1"/>
                </a:solidFill>
              </a:rPr>
              <a:t>echipe</a:t>
            </a:r>
            <a:r>
              <a:rPr lang="en-GB" sz="1200" dirty="0">
                <a:solidFill>
                  <a:schemeClr val="lt1"/>
                </a:solidFill>
              </a:rPr>
              <a:t> din Liga </a:t>
            </a:r>
            <a:r>
              <a:rPr lang="en-GB" sz="1200" dirty="0" err="1">
                <a:solidFill>
                  <a:schemeClr val="lt1"/>
                </a:solidFill>
              </a:rPr>
              <a:t>Națională</a:t>
            </a:r>
            <a:r>
              <a:rPr lang="en-GB" sz="1200" dirty="0">
                <a:solidFill>
                  <a:schemeClr val="lt1"/>
                </a:solidFill>
              </a:rPr>
              <a:t>.</a:t>
            </a:r>
            <a:endParaRPr sz="1333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109;p5">
            <a:extLst>
              <a:ext uri="{FF2B5EF4-FFF2-40B4-BE49-F238E27FC236}">
                <a16:creationId xmlns:a16="http://schemas.microsoft.com/office/drawing/2014/main" id="{FC1E4B67-C08A-E84D-6CC2-5B034E45163D}"/>
              </a:ext>
            </a:extLst>
          </p:cNvPr>
          <p:cNvSpPr txBox="1"/>
          <p:nvPr/>
        </p:nvSpPr>
        <p:spPr>
          <a:xfrm>
            <a:off x="2362716" y="585730"/>
            <a:ext cx="1358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200" b="1" dirty="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202</a:t>
            </a:r>
            <a:r>
              <a:rPr lang="ro-RO" sz="1200" b="1" dirty="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-GB" sz="1200" b="1" dirty="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/202</a:t>
            </a:r>
            <a:r>
              <a:rPr lang="ro-RO" sz="1200" b="1" dirty="0">
                <a:solidFill>
                  <a:srgbClr val="BFBFB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200" b="1" dirty="0">
              <a:solidFill>
                <a:srgbClr val="BFBFBF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sz="1200" b="1" dirty="0">
              <a:solidFill>
                <a:srgbClr val="BFBFB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8654BC9C-54F6-EBCD-FAF6-824E0BD6FA9F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220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2025-11-04T07:35:35Z</dcterms:created>
  <dcterms:modified xsi:type="dcterms:W3CDTF">2025-11-04T07:41:10Z</dcterms:modified>
</cp:coreProperties>
</file>