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D89BD-DB70-4C11-9EE9-BD81B2FBC88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BE5A8-5F69-461A-AC6C-D7A1C257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5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>
            <a:spLocks noGrp="1"/>
          </p:cNvSpPr>
          <p:nvPr>
            <p:ph type="pic" idx="2"/>
          </p:nvPr>
        </p:nvSpPr>
        <p:spPr>
          <a:xfrm>
            <a:off x="561870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3" name="Google Shape;33;p23"/>
          <p:cNvSpPr>
            <a:spLocks noGrp="1"/>
          </p:cNvSpPr>
          <p:nvPr>
            <p:ph type="pic" idx="3"/>
          </p:nvPr>
        </p:nvSpPr>
        <p:spPr>
          <a:xfrm>
            <a:off x="759113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4" name="Google Shape;34;p23"/>
          <p:cNvSpPr>
            <a:spLocks noGrp="1"/>
          </p:cNvSpPr>
          <p:nvPr>
            <p:ph type="pic" idx="4"/>
          </p:nvPr>
        </p:nvSpPr>
        <p:spPr>
          <a:xfrm>
            <a:off x="9528312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5" name="Google Shape;35;p23"/>
          <p:cNvSpPr>
            <a:spLocks noGrp="1"/>
          </p:cNvSpPr>
          <p:nvPr>
            <p:ph type="pic" idx="5"/>
          </p:nvPr>
        </p:nvSpPr>
        <p:spPr>
          <a:xfrm>
            <a:off x="561870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6" name="Google Shape;36;p23"/>
          <p:cNvSpPr>
            <a:spLocks noGrp="1"/>
          </p:cNvSpPr>
          <p:nvPr>
            <p:ph type="pic" idx="6"/>
          </p:nvPr>
        </p:nvSpPr>
        <p:spPr>
          <a:xfrm>
            <a:off x="759113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7" name="Google Shape;37;p23"/>
          <p:cNvSpPr>
            <a:spLocks noGrp="1"/>
          </p:cNvSpPr>
          <p:nvPr>
            <p:ph type="pic" idx="7"/>
          </p:nvPr>
        </p:nvSpPr>
        <p:spPr>
          <a:xfrm>
            <a:off x="9528312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138007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4D513-B6FF-4979-AF93-C1D83951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4F285-C275-4BA1-8C11-9FBFBBEEB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DD09-F912-4BF9-8028-109C7992A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33954-68D2-467F-891F-E7610D80FB6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1594F-6B5D-4ABC-9F27-EEF88A888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E7EC-338B-490A-8E86-20B047A60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26FB9-B8F1-48DA-8A94-FE4FD405C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8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E75E5-84A2-63B0-3496-95A2ED345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497;g371502a4ebc_4_3">
            <a:extLst>
              <a:ext uri="{FF2B5EF4-FFF2-40B4-BE49-F238E27FC236}">
                <a16:creationId xmlns:a16="http://schemas.microsoft.com/office/drawing/2014/main" id="{56069353-652A-61CE-6F4E-91D238884295}"/>
              </a:ext>
            </a:extLst>
          </p:cNvPr>
          <p:cNvSpPr txBox="1"/>
          <p:nvPr/>
        </p:nvSpPr>
        <p:spPr>
          <a:xfrm>
            <a:off x="5088461" y="3184288"/>
            <a:ext cx="3685775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b="1" dirty="0">
                <a:solidFill>
                  <a:schemeClr val="lt1"/>
                </a:solidFill>
                <a:latin typeface="Montserrat SemiBold" panose="00000700000000000000" pitchFamily="50" charset="0"/>
                <a:ea typeface="Bebas Neue"/>
                <a:cs typeface="Bebas Neue"/>
                <a:sym typeface="Bebas Neue"/>
              </a:rPr>
              <a:t>SUPORTERI PREZENȚI LA MECIURI</a:t>
            </a:r>
            <a:endParaRPr sz="1467" b="1" dirty="0">
              <a:solidFill>
                <a:schemeClr val="lt1"/>
              </a:solidFill>
              <a:latin typeface="Montserrat SemiBold" panose="000007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Google Shape;497;g371502a4ebc_4_3">
            <a:extLst>
              <a:ext uri="{FF2B5EF4-FFF2-40B4-BE49-F238E27FC236}">
                <a16:creationId xmlns:a16="http://schemas.microsoft.com/office/drawing/2014/main" id="{29DCA36B-0314-C3CB-5E91-87271C6FC4D9}"/>
              </a:ext>
            </a:extLst>
          </p:cNvPr>
          <p:cNvSpPr txBox="1"/>
          <p:nvPr/>
        </p:nvSpPr>
        <p:spPr>
          <a:xfrm>
            <a:off x="1050103" y="3184287"/>
            <a:ext cx="3685775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b="1" dirty="0">
                <a:solidFill>
                  <a:schemeClr val="lt1"/>
                </a:solidFill>
                <a:latin typeface="Montserrat SemiBold" panose="00000700000000000000" pitchFamily="50" charset="0"/>
                <a:ea typeface="Bebas Neue"/>
                <a:cs typeface="Bebas Neue"/>
                <a:sym typeface="Bebas Neue"/>
              </a:rPr>
              <a:t>ABONAMENTE VÂNDUTE</a:t>
            </a:r>
            <a:endParaRPr sz="1467" b="1" dirty="0">
              <a:solidFill>
                <a:schemeClr val="lt1"/>
              </a:solidFill>
              <a:latin typeface="Montserrat SemiBold" panose="000007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Google Shape;497;g371502a4ebc_4_3">
            <a:extLst>
              <a:ext uri="{FF2B5EF4-FFF2-40B4-BE49-F238E27FC236}">
                <a16:creationId xmlns:a16="http://schemas.microsoft.com/office/drawing/2014/main" id="{23E30269-CC05-8365-7BB1-2C13A554CA8A}"/>
              </a:ext>
            </a:extLst>
          </p:cNvPr>
          <p:cNvSpPr txBox="1"/>
          <p:nvPr/>
        </p:nvSpPr>
        <p:spPr>
          <a:xfrm>
            <a:off x="5149337" y="3690454"/>
            <a:ext cx="1632451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ÎN DEPLASARE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8" name="Google Shape;497;g371502a4ebc_4_3">
            <a:extLst>
              <a:ext uri="{FF2B5EF4-FFF2-40B4-BE49-F238E27FC236}">
                <a16:creationId xmlns:a16="http://schemas.microsoft.com/office/drawing/2014/main" id="{C5C71FC3-63E9-0A13-40AC-13ACBE39B88A}"/>
              </a:ext>
            </a:extLst>
          </p:cNvPr>
          <p:cNvSpPr txBox="1"/>
          <p:nvPr/>
        </p:nvSpPr>
        <p:spPr>
          <a:xfrm>
            <a:off x="1050103" y="3577603"/>
            <a:ext cx="755060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2023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2024</a:t>
            </a:r>
          </a:p>
        </p:txBody>
      </p:sp>
      <p:sp>
        <p:nvSpPr>
          <p:cNvPr id="9" name="Google Shape;497;g371502a4ebc_4_3">
            <a:extLst>
              <a:ext uri="{FF2B5EF4-FFF2-40B4-BE49-F238E27FC236}">
                <a16:creationId xmlns:a16="http://schemas.microsoft.com/office/drawing/2014/main" id="{D58CE5BA-FDE1-2B01-E4F4-5FF8D2958F0E}"/>
              </a:ext>
            </a:extLst>
          </p:cNvPr>
          <p:cNvSpPr txBox="1"/>
          <p:nvPr/>
        </p:nvSpPr>
        <p:spPr>
          <a:xfrm>
            <a:off x="5149337" y="4199754"/>
            <a:ext cx="1184644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PE TEREN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PROPRIU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0" name="Google Shape;497;g371502a4ebc_4_3">
            <a:extLst>
              <a:ext uri="{FF2B5EF4-FFF2-40B4-BE49-F238E27FC236}">
                <a16:creationId xmlns:a16="http://schemas.microsoft.com/office/drawing/2014/main" id="{DBE91164-46D6-1428-56DF-A8550658D37A}"/>
              </a:ext>
            </a:extLst>
          </p:cNvPr>
          <p:cNvSpPr txBox="1"/>
          <p:nvPr/>
        </p:nvSpPr>
        <p:spPr>
          <a:xfrm>
            <a:off x="1041890" y="4249129"/>
            <a:ext cx="654141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2024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2025</a:t>
            </a:r>
          </a:p>
        </p:txBody>
      </p:sp>
      <p:sp>
        <p:nvSpPr>
          <p:cNvPr id="11" name="Google Shape;497;g371502a4ebc_4_3">
            <a:extLst>
              <a:ext uri="{FF2B5EF4-FFF2-40B4-BE49-F238E27FC236}">
                <a16:creationId xmlns:a16="http://schemas.microsoft.com/office/drawing/2014/main" id="{CFAB2DA8-67F9-A267-0B34-02C6E75D2A57}"/>
              </a:ext>
            </a:extLst>
          </p:cNvPr>
          <p:cNvSpPr txBox="1"/>
          <p:nvPr/>
        </p:nvSpPr>
        <p:spPr>
          <a:xfrm>
            <a:off x="5149337" y="5075750"/>
            <a:ext cx="2107908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RECORD ABSOLUT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DE PREZENȚĂ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2" name="Google Shape;497;g371502a4ebc_4_3">
            <a:extLst>
              <a:ext uri="{FF2B5EF4-FFF2-40B4-BE49-F238E27FC236}">
                <a16:creationId xmlns:a16="http://schemas.microsoft.com/office/drawing/2014/main" id="{B74C0F94-D393-E5C1-404E-3845DB22F9E3}"/>
              </a:ext>
            </a:extLst>
          </p:cNvPr>
          <p:cNvSpPr txBox="1"/>
          <p:nvPr/>
        </p:nvSpPr>
        <p:spPr>
          <a:xfrm>
            <a:off x="1041890" y="5080165"/>
            <a:ext cx="654141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2025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2026</a:t>
            </a:r>
          </a:p>
        </p:txBody>
      </p:sp>
      <p:sp>
        <p:nvSpPr>
          <p:cNvPr id="13" name="Google Shape;497;g371502a4ebc_4_3">
            <a:extLst>
              <a:ext uri="{FF2B5EF4-FFF2-40B4-BE49-F238E27FC236}">
                <a16:creationId xmlns:a16="http://schemas.microsoft.com/office/drawing/2014/main" id="{F2E47723-F8DE-F503-80E4-13DD411FBBC2}"/>
              </a:ext>
            </a:extLst>
          </p:cNvPr>
          <p:cNvSpPr txBox="1"/>
          <p:nvPr/>
        </p:nvSpPr>
        <p:spPr>
          <a:xfrm>
            <a:off x="1984717" y="3453305"/>
            <a:ext cx="1293960" cy="7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4267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75</a:t>
            </a:r>
            <a:endParaRPr sz="10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4" name="Google Shape;497;g371502a4ebc_4_3">
            <a:extLst>
              <a:ext uri="{FF2B5EF4-FFF2-40B4-BE49-F238E27FC236}">
                <a16:creationId xmlns:a16="http://schemas.microsoft.com/office/drawing/2014/main" id="{790F94F0-750A-7A09-85E9-6F675D3DE71C}"/>
              </a:ext>
            </a:extLst>
          </p:cNvPr>
          <p:cNvSpPr txBox="1"/>
          <p:nvPr/>
        </p:nvSpPr>
        <p:spPr>
          <a:xfrm>
            <a:off x="7456877" y="3446100"/>
            <a:ext cx="1293960" cy="7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4267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150</a:t>
            </a:r>
            <a:endParaRPr sz="10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5" name="Google Shape;497;g371502a4ebc_4_3">
            <a:extLst>
              <a:ext uri="{FF2B5EF4-FFF2-40B4-BE49-F238E27FC236}">
                <a16:creationId xmlns:a16="http://schemas.microsoft.com/office/drawing/2014/main" id="{9DF43E19-99D2-DEBC-00F7-B3FA7D6411D4}"/>
              </a:ext>
            </a:extLst>
          </p:cNvPr>
          <p:cNvSpPr txBox="1"/>
          <p:nvPr/>
        </p:nvSpPr>
        <p:spPr>
          <a:xfrm>
            <a:off x="1960103" y="4064461"/>
            <a:ext cx="1679352" cy="91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5333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180</a:t>
            </a:r>
            <a:endParaRPr sz="1333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6" name="Google Shape;497;g371502a4ebc_4_3">
            <a:extLst>
              <a:ext uri="{FF2B5EF4-FFF2-40B4-BE49-F238E27FC236}">
                <a16:creationId xmlns:a16="http://schemas.microsoft.com/office/drawing/2014/main" id="{C64FEFC7-6104-6648-9B31-9A16491B7800}"/>
              </a:ext>
            </a:extLst>
          </p:cNvPr>
          <p:cNvSpPr txBox="1"/>
          <p:nvPr/>
        </p:nvSpPr>
        <p:spPr>
          <a:xfrm>
            <a:off x="7172303" y="4064462"/>
            <a:ext cx="2897159" cy="91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733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~</a:t>
            </a:r>
            <a:r>
              <a:rPr lang="ro-RO" sz="5333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1900</a:t>
            </a:r>
            <a:endParaRPr sz="1333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7" name="Google Shape;497;g371502a4ebc_4_3">
            <a:extLst>
              <a:ext uri="{FF2B5EF4-FFF2-40B4-BE49-F238E27FC236}">
                <a16:creationId xmlns:a16="http://schemas.microsoft.com/office/drawing/2014/main" id="{BE27D471-86A4-ED33-34CF-A39C91A3409D}"/>
              </a:ext>
            </a:extLst>
          </p:cNvPr>
          <p:cNvSpPr txBox="1"/>
          <p:nvPr/>
        </p:nvSpPr>
        <p:spPr>
          <a:xfrm>
            <a:off x="1984718" y="4751870"/>
            <a:ext cx="263208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290</a:t>
            </a:r>
            <a:endParaRPr sz="1600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9" name="Google Shape;497;g371502a4ebc_4_3">
            <a:extLst>
              <a:ext uri="{FF2B5EF4-FFF2-40B4-BE49-F238E27FC236}">
                <a16:creationId xmlns:a16="http://schemas.microsoft.com/office/drawing/2014/main" id="{1CBED1AF-27FD-0A98-C88C-8B38E0B0317B}"/>
              </a:ext>
            </a:extLst>
          </p:cNvPr>
          <p:cNvSpPr txBox="1"/>
          <p:nvPr/>
        </p:nvSpPr>
        <p:spPr>
          <a:xfrm>
            <a:off x="7361837" y="4717458"/>
            <a:ext cx="263208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2</a:t>
            </a:r>
            <a:r>
              <a:rPr lang="ro-RO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2</a:t>
            </a:r>
            <a:r>
              <a:rPr lang="en-GB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00</a:t>
            </a:r>
            <a:endParaRPr sz="1600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592F114C-683A-18C7-8E51-CB42EDDD1162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 ExtraBold</vt:lpstr>
      <vt:lpstr>Montserrat Light</vt:lpstr>
      <vt:lpstr>Montserrat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2025-11-04T07:36:29Z</dcterms:created>
  <dcterms:modified xsi:type="dcterms:W3CDTF">2025-11-04T07:36:31Z</dcterms:modified>
</cp:coreProperties>
</file>