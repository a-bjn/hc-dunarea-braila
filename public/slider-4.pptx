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EF8DD-BD8A-45A0-9F00-8F43FC3C8B6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BC74A-A9A0-4A52-824E-5D28C1AB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6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>
            <a:spLocks noGrp="1"/>
          </p:cNvSpPr>
          <p:nvPr>
            <p:ph type="pic" idx="2"/>
          </p:nvPr>
        </p:nvSpPr>
        <p:spPr>
          <a:xfrm>
            <a:off x="5500913" y="-1"/>
            <a:ext cx="66912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8522078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46A3F-513E-4ACD-AD1B-25DD39B1F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72E12-3A6D-4AD8-96E9-1BF6FDD58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85803-1F22-4F21-8661-B6034726C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659E0-1D3A-45CB-83DB-DF28BD1818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754A5-9032-4D67-A1B6-2CF460CDA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921ED-1CDA-4B52-9F2F-E79E41CB9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AB2CA-52A5-4CD8-B3C5-6A30CCAA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3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2CAC47-7476-94EA-0AE4-E1EE37CBB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9" name="Google Shape;109;p5"/>
          <p:cNvSpPr txBox="1"/>
          <p:nvPr/>
        </p:nvSpPr>
        <p:spPr>
          <a:xfrm>
            <a:off x="2362716" y="1570203"/>
            <a:ext cx="1358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200" b="1" dirty="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2023/2024</a:t>
            </a:r>
            <a:endParaRPr sz="1200" b="1" dirty="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sz="1200" b="1" dirty="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467382" y="3724747"/>
            <a:ext cx="4540341" cy="275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825"/>
            </a:pPr>
            <a:r>
              <a:rPr lang="en-GB" sz="1333" b="1" dirty="0">
                <a:solidFill>
                  <a:schemeClr val="lt1"/>
                </a:solidFill>
              </a:rPr>
              <a:t>🔹 EHF European League – Final Four (2023/2024)</a:t>
            </a:r>
            <a:br>
              <a:rPr lang="en-GB" sz="1333" b="1" dirty="0">
                <a:solidFill>
                  <a:schemeClr val="lt1"/>
                </a:solidFill>
              </a:rPr>
            </a:b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Dunărea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Brăila</a:t>
            </a:r>
            <a:r>
              <a:rPr lang="en-GB" sz="1333" dirty="0">
                <a:solidFill>
                  <a:schemeClr val="lt1"/>
                </a:solidFill>
              </a:rPr>
              <a:t> s-a </a:t>
            </a:r>
            <a:r>
              <a:rPr lang="en-GB" sz="1333" dirty="0" err="1">
                <a:solidFill>
                  <a:schemeClr val="lt1"/>
                </a:solidFill>
              </a:rPr>
              <a:t>numărat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printre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cele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mai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bune</a:t>
            </a:r>
            <a:r>
              <a:rPr lang="en-GB" sz="1333" dirty="0">
                <a:solidFill>
                  <a:schemeClr val="lt1"/>
                </a:solidFill>
              </a:rPr>
              <a:t> 4 </a:t>
            </a:r>
            <a:r>
              <a:rPr lang="en-GB" sz="1333" dirty="0" err="1">
                <a:solidFill>
                  <a:schemeClr val="lt1"/>
                </a:solidFill>
              </a:rPr>
              <a:t>echipe</a:t>
            </a:r>
            <a:r>
              <a:rPr lang="en-GB" sz="1333" dirty="0">
                <a:solidFill>
                  <a:schemeClr val="lt1"/>
                </a:solidFill>
              </a:rPr>
              <a:t> din Europa! Am </a:t>
            </a:r>
            <a:r>
              <a:rPr lang="en-GB" sz="1333" dirty="0" err="1">
                <a:solidFill>
                  <a:schemeClr val="lt1"/>
                </a:solidFill>
              </a:rPr>
              <a:t>eliminat</a:t>
            </a:r>
            <a:r>
              <a:rPr lang="en-GB" sz="1333" dirty="0">
                <a:solidFill>
                  <a:schemeClr val="lt1"/>
                </a:solidFill>
              </a:rPr>
              <a:t> 6 </a:t>
            </a:r>
            <a:r>
              <a:rPr lang="en-GB" sz="1333" dirty="0" err="1">
                <a:solidFill>
                  <a:schemeClr val="lt1"/>
                </a:solidFill>
              </a:rPr>
              <a:t>adversari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puternici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și</a:t>
            </a:r>
            <a:r>
              <a:rPr lang="en-GB" sz="1333" dirty="0">
                <a:solidFill>
                  <a:schemeClr val="lt1"/>
                </a:solidFill>
              </a:rPr>
              <a:t> am </a:t>
            </a:r>
            <a:r>
              <a:rPr lang="en-GB" sz="1333" dirty="0" err="1">
                <a:solidFill>
                  <a:schemeClr val="lt1"/>
                </a:solidFill>
              </a:rPr>
              <a:t>ajuns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până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în</a:t>
            </a:r>
            <a:r>
              <a:rPr lang="en-GB" sz="1333" dirty="0">
                <a:solidFill>
                  <a:schemeClr val="lt1"/>
                </a:solidFill>
              </a:rPr>
              <a:t> Final Four, </a:t>
            </a:r>
            <a:r>
              <a:rPr lang="en-GB" sz="1333" dirty="0" err="1">
                <a:solidFill>
                  <a:schemeClr val="lt1"/>
                </a:solidFill>
              </a:rPr>
              <a:t>după</a:t>
            </a:r>
            <a:r>
              <a:rPr lang="en-GB" sz="1333" dirty="0">
                <a:solidFill>
                  <a:schemeClr val="lt1"/>
                </a:solidFill>
              </a:rPr>
              <a:t> un </a:t>
            </a:r>
            <a:r>
              <a:rPr lang="en-GB" sz="1333" dirty="0" err="1">
                <a:solidFill>
                  <a:schemeClr val="lt1"/>
                </a:solidFill>
              </a:rPr>
              <a:t>parcurs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spectaculos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și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intens</a:t>
            </a:r>
            <a:r>
              <a:rPr lang="en-GB" sz="1333" dirty="0">
                <a:solidFill>
                  <a:schemeClr val="lt1"/>
                </a:solidFill>
              </a:rPr>
              <a:t>, </a:t>
            </a:r>
            <a:r>
              <a:rPr lang="en-GB" sz="1333" dirty="0" err="1">
                <a:solidFill>
                  <a:schemeClr val="lt1"/>
                </a:solidFill>
              </a:rPr>
              <a:t>încheiat</a:t>
            </a:r>
            <a:r>
              <a:rPr lang="en-GB" sz="1333" dirty="0">
                <a:solidFill>
                  <a:schemeClr val="lt1"/>
                </a:solidFill>
              </a:rPr>
              <a:t> dramatic la </a:t>
            </a:r>
            <a:r>
              <a:rPr lang="en-GB" sz="1333" dirty="0" err="1">
                <a:solidFill>
                  <a:schemeClr val="lt1"/>
                </a:solidFill>
              </a:rPr>
              <a:t>lovituri</a:t>
            </a:r>
            <a:r>
              <a:rPr lang="en-GB" sz="1333" dirty="0">
                <a:solidFill>
                  <a:schemeClr val="lt1"/>
                </a:solidFill>
              </a:rPr>
              <a:t> de </a:t>
            </a:r>
            <a:r>
              <a:rPr lang="en-GB" sz="1333" dirty="0" err="1">
                <a:solidFill>
                  <a:schemeClr val="lt1"/>
                </a:solidFill>
              </a:rPr>
              <a:t>departajare</a:t>
            </a:r>
            <a:r>
              <a:rPr lang="en-GB" sz="1333" dirty="0">
                <a:solidFill>
                  <a:schemeClr val="lt1"/>
                </a:solidFill>
              </a:rPr>
              <a:t>.</a:t>
            </a:r>
            <a:endParaRPr sz="1333" dirty="0">
              <a:solidFill>
                <a:schemeClr val="lt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825"/>
            </a:pPr>
            <a:r>
              <a:rPr lang="en-GB" sz="1333" b="1" dirty="0">
                <a:solidFill>
                  <a:schemeClr val="lt1"/>
                </a:solidFill>
              </a:rPr>
              <a:t>🔹 </a:t>
            </a:r>
            <a:r>
              <a:rPr lang="en-GB" sz="1333" b="1" dirty="0" err="1">
                <a:solidFill>
                  <a:schemeClr val="lt1"/>
                </a:solidFill>
              </a:rPr>
              <a:t>Echipa</a:t>
            </a:r>
            <a:r>
              <a:rPr lang="en-GB" sz="1333" b="1" dirty="0">
                <a:solidFill>
                  <a:schemeClr val="lt1"/>
                </a:solidFill>
              </a:rPr>
              <a:t> de </a:t>
            </a:r>
            <a:r>
              <a:rPr lang="en-GB" sz="1333" b="1" dirty="0" err="1">
                <a:solidFill>
                  <a:schemeClr val="lt1"/>
                </a:solidFill>
              </a:rPr>
              <a:t>Tineret</a:t>
            </a:r>
            <a:r>
              <a:rPr lang="en-GB" sz="1333" b="1" dirty="0">
                <a:solidFill>
                  <a:schemeClr val="lt1"/>
                </a:solidFill>
              </a:rPr>
              <a:t> – </a:t>
            </a:r>
            <a:r>
              <a:rPr lang="en-GB" sz="1333" b="1" dirty="0" err="1">
                <a:solidFill>
                  <a:schemeClr val="lt1"/>
                </a:solidFill>
              </a:rPr>
              <a:t>Campioană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Națională</a:t>
            </a:r>
            <a:br>
              <a:rPr lang="en-GB" sz="1333" b="1" dirty="0">
                <a:solidFill>
                  <a:schemeClr val="lt1"/>
                </a:solidFill>
              </a:rPr>
            </a:br>
            <a:r>
              <a:rPr lang="en-GB" sz="1333" dirty="0" err="1">
                <a:solidFill>
                  <a:schemeClr val="lt1"/>
                </a:solidFill>
              </a:rPr>
              <a:t>Sezon</a:t>
            </a:r>
            <a:r>
              <a:rPr lang="en-GB" sz="1333" dirty="0">
                <a:solidFill>
                  <a:schemeClr val="lt1"/>
                </a:solidFill>
              </a:rPr>
              <a:t> perfect </a:t>
            </a:r>
            <a:r>
              <a:rPr lang="en-GB" sz="1333" dirty="0" err="1">
                <a:solidFill>
                  <a:schemeClr val="lt1"/>
                </a:solidFill>
              </a:rPr>
              <a:t>pentru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echipa</a:t>
            </a:r>
            <a:r>
              <a:rPr lang="en-GB" sz="1333" dirty="0">
                <a:solidFill>
                  <a:schemeClr val="lt1"/>
                </a:solidFill>
              </a:rPr>
              <a:t> de </a:t>
            </a:r>
            <a:r>
              <a:rPr lang="en-GB" sz="1333" dirty="0" err="1">
                <a:solidFill>
                  <a:schemeClr val="lt1"/>
                </a:solidFill>
              </a:rPr>
              <a:t>tineret</a:t>
            </a:r>
            <a:r>
              <a:rPr lang="en-GB" sz="1333" dirty="0">
                <a:solidFill>
                  <a:schemeClr val="lt1"/>
                </a:solidFill>
              </a:rPr>
              <a:t>! </a:t>
            </a:r>
            <a:r>
              <a:rPr lang="en-GB" sz="1333" dirty="0" err="1">
                <a:solidFill>
                  <a:schemeClr val="lt1"/>
                </a:solidFill>
              </a:rPr>
              <a:t>Neînvinsă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în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grupă</a:t>
            </a:r>
            <a:r>
              <a:rPr lang="en-GB" sz="1333" dirty="0">
                <a:solidFill>
                  <a:schemeClr val="lt1"/>
                </a:solidFill>
              </a:rPr>
              <a:t>, cu 13 </a:t>
            </a:r>
            <a:r>
              <a:rPr lang="en-GB" sz="1333" dirty="0" err="1">
                <a:solidFill>
                  <a:schemeClr val="lt1"/>
                </a:solidFill>
              </a:rPr>
              <a:t>victorii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și</a:t>
            </a:r>
            <a:r>
              <a:rPr lang="en-GB" sz="1333" dirty="0">
                <a:solidFill>
                  <a:schemeClr val="lt1"/>
                </a:solidFill>
              </a:rPr>
              <a:t> un </a:t>
            </a:r>
            <a:r>
              <a:rPr lang="en-GB" sz="1333" dirty="0" err="1">
                <a:solidFill>
                  <a:schemeClr val="lt1"/>
                </a:solidFill>
              </a:rPr>
              <a:t>singur</a:t>
            </a:r>
            <a:r>
              <a:rPr lang="en-GB" sz="1333" dirty="0">
                <a:solidFill>
                  <a:schemeClr val="lt1"/>
                </a:solidFill>
              </a:rPr>
              <a:t> egal, </a:t>
            </a:r>
            <a:r>
              <a:rPr lang="en-GB" sz="1333" dirty="0" err="1">
                <a:solidFill>
                  <a:schemeClr val="lt1"/>
                </a:solidFill>
              </a:rPr>
              <a:t>Dunărea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Brăila</a:t>
            </a:r>
            <a:r>
              <a:rPr lang="en-GB" sz="1333" dirty="0">
                <a:solidFill>
                  <a:schemeClr val="lt1"/>
                </a:solidFill>
              </a:rPr>
              <a:t> a </a:t>
            </a:r>
            <a:r>
              <a:rPr lang="en-GB" sz="1333" dirty="0" err="1">
                <a:solidFill>
                  <a:schemeClr val="lt1"/>
                </a:solidFill>
              </a:rPr>
              <a:t>câștigat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titlul</a:t>
            </a:r>
            <a:r>
              <a:rPr lang="en-GB" sz="1333" dirty="0">
                <a:solidFill>
                  <a:schemeClr val="lt1"/>
                </a:solidFill>
              </a:rPr>
              <a:t> de </a:t>
            </a:r>
            <a:r>
              <a:rPr lang="en-GB" sz="1333" b="1" dirty="0" err="1">
                <a:solidFill>
                  <a:schemeClr val="lt1"/>
                </a:solidFill>
              </a:rPr>
              <a:t>Campioană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Națională</a:t>
            </a:r>
            <a:r>
              <a:rPr lang="en-GB" sz="1333" dirty="0">
                <a:solidFill>
                  <a:schemeClr val="lt1"/>
                </a:solidFill>
              </a:rPr>
              <a:t>, </a:t>
            </a:r>
            <a:r>
              <a:rPr lang="en-GB" sz="1333" dirty="0" err="1">
                <a:solidFill>
                  <a:schemeClr val="lt1"/>
                </a:solidFill>
              </a:rPr>
              <a:t>confirmând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valoarea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și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strategia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clubului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pentru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viitor</a:t>
            </a:r>
            <a:r>
              <a:rPr lang="en-GB" sz="1333" dirty="0">
                <a:solidFill>
                  <a:schemeClr val="lt1"/>
                </a:solidFill>
              </a:rPr>
              <a:t>.</a:t>
            </a:r>
            <a:endParaRPr sz="1333" dirty="0">
              <a:solidFill>
                <a:schemeClr val="lt1"/>
              </a:solidFill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7358232" y="3668194"/>
            <a:ext cx="4642000" cy="2830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25"/>
            </a:pPr>
            <a:r>
              <a:rPr lang="en-GB" sz="1333" b="1" dirty="0">
                <a:solidFill>
                  <a:schemeClr val="lt1"/>
                </a:solidFill>
              </a:rPr>
              <a:t>🔹 Cupa </a:t>
            </a:r>
            <a:r>
              <a:rPr lang="en-GB" sz="1333" b="1" dirty="0" err="1">
                <a:solidFill>
                  <a:schemeClr val="lt1"/>
                </a:solidFill>
              </a:rPr>
              <a:t>României</a:t>
            </a:r>
            <a:r>
              <a:rPr lang="en-GB" sz="1333" b="1" dirty="0">
                <a:solidFill>
                  <a:schemeClr val="lt1"/>
                </a:solidFill>
              </a:rPr>
              <a:t> – </a:t>
            </a:r>
            <a:r>
              <a:rPr lang="en-GB" sz="1333" b="1" dirty="0" err="1">
                <a:solidFill>
                  <a:schemeClr val="lt1"/>
                </a:solidFill>
              </a:rPr>
              <a:t>Medalie</a:t>
            </a:r>
            <a:r>
              <a:rPr lang="en-GB" sz="1333" b="1" dirty="0">
                <a:solidFill>
                  <a:schemeClr val="lt1"/>
                </a:solidFill>
              </a:rPr>
              <a:t> de </a:t>
            </a:r>
            <a:r>
              <a:rPr lang="en-GB" sz="1333" b="1" dirty="0" err="1">
                <a:solidFill>
                  <a:schemeClr val="lt1"/>
                </a:solidFill>
              </a:rPr>
              <a:t>Argint</a:t>
            </a:r>
            <a:r>
              <a:rPr lang="en-GB" sz="1333" b="1" dirty="0">
                <a:solidFill>
                  <a:schemeClr val="lt1"/>
                </a:solidFill>
              </a:rPr>
              <a:t> (2023/2024)</a:t>
            </a:r>
            <a:br>
              <a:rPr lang="en-GB" sz="1333" b="1" dirty="0">
                <a:solidFill>
                  <a:schemeClr val="lt1"/>
                </a:solidFill>
              </a:rPr>
            </a:br>
            <a:r>
              <a:rPr lang="en-GB" sz="1333" dirty="0">
                <a:solidFill>
                  <a:schemeClr val="lt1"/>
                </a:solidFill>
              </a:rPr>
              <a:t>O </a:t>
            </a:r>
            <a:r>
              <a:rPr lang="en-GB" sz="1333" dirty="0" err="1">
                <a:solidFill>
                  <a:schemeClr val="lt1"/>
                </a:solidFill>
              </a:rPr>
              <a:t>finală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istorică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jucată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acasă</a:t>
            </a:r>
            <a:r>
              <a:rPr lang="en-GB" sz="1333" dirty="0">
                <a:solidFill>
                  <a:schemeClr val="lt1"/>
                </a:solidFill>
              </a:rPr>
              <a:t>, </a:t>
            </a:r>
            <a:r>
              <a:rPr lang="en-GB" sz="1333" dirty="0" err="1">
                <a:solidFill>
                  <a:schemeClr val="lt1"/>
                </a:solidFill>
              </a:rPr>
              <a:t>în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fața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fanilor</a:t>
            </a:r>
            <a:r>
              <a:rPr lang="en-GB" sz="1333" dirty="0">
                <a:solidFill>
                  <a:schemeClr val="lt1"/>
                </a:solidFill>
              </a:rPr>
              <a:t>! </a:t>
            </a:r>
            <a:r>
              <a:rPr lang="en-GB" sz="1333" dirty="0" err="1">
                <a:solidFill>
                  <a:schemeClr val="lt1"/>
                </a:solidFill>
              </a:rPr>
              <a:t>Brăila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obține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argintul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în</a:t>
            </a:r>
            <a:r>
              <a:rPr lang="en-GB" sz="1333" b="1" dirty="0">
                <a:solidFill>
                  <a:schemeClr val="lt1"/>
                </a:solidFill>
              </a:rPr>
              <a:t> Cupa </a:t>
            </a:r>
            <a:r>
              <a:rPr lang="en-GB" sz="1333" b="1" dirty="0" err="1">
                <a:solidFill>
                  <a:schemeClr val="lt1"/>
                </a:solidFill>
              </a:rPr>
              <a:t>României</a:t>
            </a:r>
            <a:r>
              <a:rPr lang="en-GB" sz="1333" dirty="0">
                <a:solidFill>
                  <a:schemeClr val="lt1"/>
                </a:solidFill>
              </a:rPr>
              <a:t>, </a:t>
            </a:r>
            <a:r>
              <a:rPr lang="en-GB" sz="1333" dirty="0" err="1">
                <a:solidFill>
                  <a:schemeClr val="lt1"/>
                </a:solidFill>
              </a:rPr>
              <a:t>confirmând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ascensiunea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în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handbalul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românesc</a:t>
            </a:r>
            <a:r>
              <a:rPr lang="en-GB" sz="1333" dirty="0">
                <a:solidFill>
                  <a:schemeClr val="lt1"/>
                </a:solidFill>
              </a:rPr>
              <a:t>. </a:t>
            </a:r>
            <a:r>
              <a:rPr lang="en-GB" sz="1333" dirty="0" err="1">
                <a:solidFill>
                  <a:schemeClr val="lt1"/>
                </a:solidFill>
              </a:rPr>
              <a:t>Atmosferă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electrizantă</a:t>
            </a:r>
            <a:r>
              <a:rPr lang="en-GB" sz="1333" dirty="0">
                <a:solidFill>
                  <a:schemeClr val="lt1"/>
                </a:solidFill>
              </a:rPr>
              <a:t>, </a:t>
            </a:r>
            <a:r>
              <a:rPr lang="en-GB" sz="1333" dirty="0" err="1">
                <a:solidFill>
                  <a:schemeClr val="lt1"/>
                </a:solidFill>
              </a:rPr>
              <a:t>meciuri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spectaculoase</a:t>
            </a:r>
            <a:r>
              <a:rPr lang="en-GB" sz="1333" dirty="0">
                <a:solidFill>
                  <a:schemeClr val="lt1"/>
                </a:solidFill>
              </a:rPr>
              <a:t>, </a:t>
            </a:r>
            <a:r>
              <a:rPr lang="en-GB" sz="1333" dirty="0" err="1">
                <a:solidFill>
                  <a:schemeClr val="lt1"/>
                </a:solidFill>
              </a:rPr>
              <a:t>performanță</a:t>
            </a:r>
            <a:r>
              <a:rPr lang="en-GB" sz="1333" dirty="0">
                <a:solidFill>
                  <a:schemeClr val="lt1"/>
                </a:solidFill>
              </a:rPr>
              <a:t> de </a:t>
            </a:r>
            <a:r>
              <a:rPr lang="en-GB" sz="1333" dirty="0" err="1">
                <a:solidFill>
                  <a:schemeClr val="lt1"/>
                </a:solidFill>
              </a:rPr>
              <a:t>neuitat</a:t>
            </a:r>
            <a:r>
              <a:rPr lang="en-GB" sz="1333" dirty="0">
                <a:solidFill>
                  <a:schemeClr val="lt1"/>
                </a:solidFill>
              </a:rPr>
              <a:t>.</a:t>
            </a:r>
            <a:endParaRPr lang="en-GB" sz="1200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25"/>
            </a:pPr>
            <a:r>
              <a:rPr lang="en-GB" sz="1333" b="1" dirty="0">
                <a:solidFill>
                  <a:schemeClr val="lt1"/>
                </a:solidFill>
              </a:rPr>
              <a:t>🔹 Supercupa </a:t>
            </a:r>
            <a:r>
              <a:rPr lang="en-GB" sz="1333" b="1" dirty="0" err="1">
                <a:solidFill>
                  <a:schemeClr val="lt1"/>
                </a:solidFill>
              </a:rPr>
              <a:t>României</a:t>
            </a:r>
            <a:r>
              <a:rPr lang="en-GB" sz="1333" b="1" dirty="0">
                <a:solidFill>
                  <a:schemeClr val="lt1"/>
                </a:solidFill>
              </a:rPr>
              <a:t> – </a:t>
            </a:r>
            <a:r>
              <a:rPr lang="en-GB" sz="1333" b="1" dirty="0" err="1">
                <a:solidFill>
                  <a:schemeClr val="lt1"/>
                </a:solidFill>
              </a:rPr>
              <a:t>Medalie</a:t>
            </a:r>
            <a:r>
              <a:rPr lang="en-GB" sz="1333" b="1" dirty="0">
                <a:solidFill>
                  <a:schemeClr val="lt1"/>
                </a:solidFill>
              </a:rPr>
              <a:t> de Bronz</a:t>
            </a:r>
            <a:br>
              <a:rPr lang="en-GB" sz="1333" b="1" dirty="0">
                <a:solidFill>
                  <a:schemeClr val="lt1"/>
                </a:solidFill>
              </a:rPr>
            </a:br>
            <a:r>
              <a:rPr lang="en-GB" sz="1333" dirty="0" err="1">
                <a:solidFill>
                  <a:schemeClr val="lt1"/>
                </a:solidFill>
              </a:rPr>
              <a:t>În</a:t>
            </a:r>
            <a:r>
              <a:rPr lang="en-GB" sz="1333" dirty="0">
                <a:solidFill>
                  <a:schemeClr val="lt1"/>
                </a:solidFill>
              </a:rPr>
              <a:t> august 2024, </a:t>
            </a:r>
            <a:r>
              <a:rPr lang="en-GB" sz="1333" dirty="0" err="1">
                <a:solidFill>
                  <a:schemeClr val="lt1"/>
                </a:solidFill>
              </a:rPr>
              <a:t>Dunărea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Brăila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învinge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vicecampioana</a:t>
            </a:r>
            <a:r>
              <a:rPr lang="en-GB" sz="1333" dirty="0">
                <a:solidFill>
                  <a:schemeClr val="lt1"/>
                </a:solidFill>
              </a:rPr>
              <a:t> Rapid </a:t>
            </a:r>
            <a:r>
              <a:rPr lang="en-GB" sz="1333" dirty="0" err="1">
                <a:solidFill>
                  <a:schemeClr val="lt1"/>
                </a:solidFill>
              </a:rPr>
              <a:t>București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și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cucerește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medalia</a:t>
            </a:r>
            <a:r>
              <a:rPr lang="en-GB" sz="1333" b="1" dirty="0">
                <a:solidFill>
                  <a:schemeClr val="lt1"/>
                </a:solidFill>
              </a:rPr>
              <a:t> de </a:t>
            </a:r>
            <a:r>
              <a:rPr lang="en-GB" sz="1333" b="1" dirty="0" err="1">
                <a:solidFill>
                  <a:schemeClr val="lt1"/>
                </a:solidFill>
              </a:rPr>
              <a:t>bronz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în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Supercupă</a:t>
            </a:r>
            <a:r>
              <a:rPr lang="en-GB" sz="1333" dirty="0">
                <a:solidFill>
                  <a:schemeClr val="lt1"/>
                </a:solidFill>
              </a:rPr>
              <a:t>, </a:t>
            </a:r>
            <a:r>
              <a:rPr lang="en-GB" sz="1333" dirty="0" err="1">
                <a:solidFill>
                  <a:schemeClr val="lt1"/>
                </a:solidFill>
              </a:rPr>
              <a:t>reconfirmând</a:t>
            </a:r>
            <a:r>
              <a:rPr lang="en-GB" sz="1333" dirty="0">
                <a:solidFill>
                  <a:schemeClr val="lt1"/>
                </a:solidFill>
              </a:rPr>
              <a:t> </a:t>
            </a:r>
            <a:r>
              <a:rPr lang="en-GB" sz="1333" dirty="0" err="1">
                <a:solidFill>
                  <a:schemeClr val="lt1"/>
                </a:solidFill>
              </a:rPr>
              <a:t>statutul</a:t>
            </a:r>
            <a:r>
              <a:rPr lang="en-GB" sz="1333" dirty="0">
                <a:solidFill>
                  <a:schemeClr val="lt1"/>
                </a:solidFill>
              </a:rPr>
              <a:t> de </a:t>
            </a:r>
            <a:r>
              <a:rPr lang="en-GB" sz="1333" dirty="0" err="1">
                <a:solidFill>
                  <a:schemeClr val="lt1"/>
                </a:solidFill>
              </a:rPr>
              <a:t>echipă</a:t>
            </a:r>
            <a:r>
              <a:rPr lang="en-GB" sz="1333" dirty="0">
                <a:solidFill>
                  <a:schemeClr val="lt1"/>
                </a:solidFill>
              </a:rPr>
              <a:t> de top.</a:t>
            </a:r>
            <a:endParaRPr sz="1200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2875084" y="0"/>
            <a:ext cx="6275200" cy="6940400"/>
          </a:xfrm>
          <a:prstGeom prst="parallelogram">
            <a:avLst>
              <a:gd name="adj" fmla="val 49883"/>
            </a:avLst>
          </a:prstGeom>
          <a:solidFill>
            <a:schemeClr val="lt1">
              <a:alpha val="196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31F33419-1FCA-47E3-087F-B359C82DAABE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174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2025-11-04T07:35:30Z</dcterms:created>
  <dcterms:modified xsi:type="dcterms:W3CDTF">2025-11-04T07:41:07Z</dcterms:modified>
</cp:coreProperties>
</file>