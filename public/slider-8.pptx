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wdp" ContentType="image/vnd.ms-photo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E3A87-59AF-401B-A65B-C6148F9C631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AB02A-4645-4BE1-BC91-1C213FA8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7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>
            <a:spLocks noGrp="1"/>
          </p:cNvSpPr>
          <p:nvPr>
            <p:ph type="pic" idx="2"/>
          </p:nvPr>
        </p:nvSpPr>
        <p:spPr>
          <a:xfrm>
            <a:off x="1675049" y="1716163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8" name="Google Shape;48;p27"/>
          <p:cNvSpPr>
            <a:spLocks noGrp="1"/>
          </p:cNvSpPr>
          <p:nvPr>
            <p:ph type="pic" idx="3"/>
          </p:nvPr>
        </p:nvSpPr>
        <p:spPr>
          <a:xfrm>
            <a:off x="4985192" y="1716163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9" name="Google Shape;49;p27"/>
          <p:cNvSpPr>
            <a:spLocks noGrp="1"/>
          </p:cNvSpPr>
          <p:nvPr>
            <p:ph type="pic" idx="4"/>
          </p:nvPr>
        </p:nvSpPr>
        <p:spPr>
          <a:xfrm>
            <a:off x="8295335" y="1716163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50" name="Google Shape;50;p27"/>
          <p:cNvSpPr>
            <a:spLocks noGrp="1"/>
          </p:cNvSpPr>
          <p:nvPr>
            <p:ph type="pic" idx="5"/>
          </p:nvPr>
        </p:nvSpPr>
        <p:spPr>
          <a:xfrm>
            <a:off x="1440301" y="4205361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51" name="Google Shape;51;p27"/>
          <p:cNvSpPr>
            <a:spLocks noGrp="1"/>
          </p:cNvSpPr>
          <p:nvPr>
            <p:ph type="pic" idx="6"/>
          </p:nvPr>
        </p:nvSpPr>
        <p:spPr>
          <a:xfrm>
            <a:off x="4750444" y="4205361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52" name="Google Shape;52;p27"/>
          <p:cNvSpPr>
            <a:spLocks noGrp="1"/>
          </p:cNvSpPr>
          <p:nvPr>
            <p:ph type="pic" idx="7"/>
          </p:nvPr>
        </p:nvSpPr>
        <p:spPr>
          <a:xfrm>
            <a:off x="8060587" y="4205361"/>
            <a:ext cx="3075200" cy="17372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7865453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28748-03CC-4BB1-96BB-12FBA9F3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D2DFD-0367-42F1-B7AF-56EEB6B3A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19283-76EB-4187-9613-5A51EB9CF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0800F-4E4C-4747-80B7-09015EB79B5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240FE-CFE8-4D20-8D7B-B403B29EA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FCBF-93C2-42E9-82F8-29F570F08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1C51D-72AD-4850-BA71-ADFB9D88C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1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5.jpeg" Id="rId8" /><Relationship Type="http://schemas.openxmlformats.org/officeDocument/2006/relationships/image" Target="/ppt/media/image1.png" Id="rId3" /><Relationship Type="http://schemas.openxmlformats.org/officeDocument/2006/relationships/image" Target="/ppt/media/image4.jpeg" Id="rId7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3.jpeg" Id="rId6" /><Relationship Type="http://schemas.openxmlformats.org/officeDocument/2006/relationships/image" Target="/ppt/media/image2.jpeg" Id="rId5" /><Relationship Type="http://schemas.microsoft.com/office/2007/relationships/hdphoto" Target="/ppt/media/hdphoto1.wdp" Id="rId4" /><Relationship Type="http://schemas.openxmlformats.org/officeDocument/2006/relationships/image" Target="/ppt/media/image6.jpg" Id="rId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4EE962-8841-87C3-DDA0-7424727E2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5000"/>
                    </a14:imgEffect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5" name="Google Shape;165;p12"/>
          <p:cNvSpPr txBox="1"/>
          <p:nvPr/>
        </p:nvSpPr>
        <p:spPr>
          <a:xfrm>
            <a:off x="7690930" y="454477"/>
            <a:ext cx="4291620" cy="3169097"/>
          </a:xfrm>
          <a:prstGeom prst="rect">
            <a:avLst/>
          </a:prstGeom>
          <a:noFill/>
          <a:ln>
            <a:noFill/>
          </a:ln>
          <a:effectLst>
            <a:outerShdw blurRad="901700" dir="4500000" sx="165000" sy="165000" algn="ctr" rotWithShape="0">
              <a:schemeClr val="tx1">
                <a:alpha val="45000"/>
              </a:scheme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333" dirty="0" err="1">
                <a:solidFill>
                  <a:schemeClr val="bg1"/>
                </a:solidFill>
              </a:rPr>
              <a:t>Clubul</a:t>
            </a:r>
            <a:r>
              <a:rPr lang="en-GB" sz="1333" dirty="0">
                <a:solidFill>
                  <a:schemeClr val="bg1"/>
                </a:solidFill>
              </a:rPr>
              <a:t> a </a:t>
            </a:r>
            <a:r>
              <a:rPr lang="en-GB" sz="1333" dirty="0" err="1">
                <a:solidFill>
                  <a:schemeClr val="bg1"/>
                </a:solidFill>
              </a:rPr>
              <a:t>lansat</a:t>
            </a:r>
            <a:r>
              <a:rPr lang="en-GB" sz="1333" dirty="0">
                <a:solidFill>
                  <a:schemeClr val="bg1"/>
                </a:solidFill>
              </a:rPr>
              <a:t> un </a:t>
            </a:r>
            <a:r>
              <a:rPr lang="en-GB" sz="1333" dirty="0" err="1">
                <a:solidFill>
                  <a:schemeClr val="bg1"/>
                </a:solidFill>
              </a:rPr>
              <a:t>proiect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pentru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promovarea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handbalului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juvenil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în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județ</a:t>
            </a:r>
            <a:r>
              <a:rPr lang="en-GB" sz="1333" dirty="0">
                <a:solidFill>
                  <a:schemeClr val="bg1"/>
                </a:solidFill>
              </a:rPr>
              <a:t>, cu </a:t>
            </a:r>
            <a:r>
              <a:rPr lang="en-GB" sz="1333" dirty="0" err="1">
                <a:solidFill>
                  <a:schemeClr val="bg1"/>
                </a:solidFill>
              </a:rPr>
              <a:t>sprijinul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sponsorilor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autorităților</a:t>
            </a:r>
            <a:r>
              <a:rPr lang="en-GB" sz="1333" dirty="0">
                <a:solidFill>
                  <a:schemeClr val="bg1"/>
                </a:solidFill>
              </a:rPr>
              <a:t> locale. </a:t>
            </a:r>
            <a:r>
              <a:rPr lang="en-GB" sz="1333" dirty="0" err="1">
                <a:solidFill>
                  <a:schemeClr val="bg1"/>
                </a:solidFill>
              </a:rPr>
              <a:t>Programul</a:t>
            </a:r>
            <a:r>
              <a:rPr lang="en-GB" sz="1333" dirty="0">
                <a:solidFill>
                  <a:schemeClr val="bg1"/>
                </a:solidFill>
              </a:rPr>
              <a:t> se </a:t>
            </a:r>
            <a:r>
              <a:rPr lang="en-GB" sz="1333" dirty="0" err="1">
                <a:solidFill>
                  <a:schemeClr val="bg1"/>
                </a:solidFill>
              </a:rPr>
              <a:t>adresează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elevilor</a:t>
            </a:r>
            <a:r>
              <a:rPr lang="en-GB" sz="1333" dirty="0">
                <a:solidFill>
                  <a:schemeClr val="bg1"/>
                </a:solidFill>
              </a:rPr>
              <a:t> din </a:t>
            </a:r>
            <a:r>
              <a:rPr lang="en-GB" sz="1333" dirty="0" err="1">
                <a:solidFill>
                  <a:schemeClr val="bg1"/>
                </a:solidFill>
              </a:rPr>
              <a:t>clasele</a:t>
            </a:r>
            <a:r>
              <a:rPr lang="en-GB" sz="1333" dirty="0">
                <a:solidFill>
                  <a:schemeClr val="bg1"/>
                </a:solidFill>
              </a:rPr>
              <a:t> 0–IV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oferă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echipamente</a:t>
            </a:r>
            <a:r>
              <a:rPr lang="en-GB" sz="1333" dirty="0">
                <a:solidFill>
                  <a:schemeClr val="bg1"/>
                </a:solidFill>
              </a:rPr>
              <a:t>, </a:t>
            </a:r>
            <a:r>
              <a:rPr lang="en-GB" sz="1333" dirty="0" err="1">
                <a:solidFill>
                  <a:schemeClr val="bg1"/>
                </a:solidFill>
              </a:rPr>
              <a:t>antrenamente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specializate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formare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în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valori</a:t>
            </a:r>
            <a:r>
              <a:rPr lang="en-GB" sz="1333" dirty="0">
                <a:solidFill>
                  <a:schemeClr val="bg1"/>
                </a:solidFill>
              </a:rPr>
              <a:t> precum </a:t>
            </a:r>
            <a:r>
              <a:rPr lang="en-GB" sz="1333" dirty="0" err="1">
                <a:solidFill>
                  <a:schemeClr val="bg1"/>
                </a:solidFill>
              </a:rPr>
              <a:t>respectul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fair-play-ul. </a:t>
            </a:r>
            <a:r>
              <a:rPr lang="en-GB" sz="1333" dirty="0" err="1">
                <a:solidFill>
                  <a:schemeClr val="bg1"/>
                </a:solidFill>
              </a:rPr>
              <a:t>Inițiativa</a:t>
            </a:r>
            <a:r>
              <a:rPr lang="en-GB" sz="1333" dirty="0">
                <a:solidFill>
                  <a:schemeClr val="bg1"/>
                </a:solidFill>
              </a:rPr>
              <a:t> include </a:t>
            </a:r>
            <a:r>
              <a:rPr lang="en-GB" sz="1333" dirty="0" err="1">
                <a:solidFill>
                  <a:schemeClr val="bg1"/>
                </a:solidFill>
              </a:rPr>
              <a:t>selecții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pregătiri</a:t>
            </a:r>
            <a:r>
              <a:rPr lang="en-GB" sz="1333" dirty="0">
                <a:solidFill>
                  <a:schemeClr val="bg1"/>
                </a:solidFill>
              </a:rPr>
              <a:t> locale, </a:t>
            </a:r>
            <a:r>
              <a:rPr lang="en-GB" sz="1333" dirty="0" err="1">
                <a:solidFill>
                  <a:schemeClr val="bg1"/>
                </a:solidFill>
              </a:rPr>
              <a:t>fiind</a:t>
            </a:r>
            <a:r>
              <a:rPr lang="en-GB" sz="1333" dirty="0">
                <a:solidFill>
                  <a:schemeClr val="bg1"/>
                </a:solidFill>
              </a:rPr>
              <a:t> un </a:t>
            </a:r>
            <a:r>
              <a:rPr lang="en-GB" sz="1333" dirty="0" err="1">
                <a:solidFill>
                  <a:schemeClr val="bg1"/>
                </a:solidFill>
              </a:rPr>
              <a:t>exemplu</a:t>
            </a:r>
            <a:r>
              <a:rPr lang="en-GB" sz="1333" dirty="0">
                <a:solidFill>
                  <a:schemeClr val="bg1"/>
                </a:solidFill>
              </a:rPr>
              <a:t> de </a:t>
            </a:r>
            <a:r>
              <a:rPr lang="en-GB" sz="1333" dirty="0" err="1">
                <a:solidFill>
                  <a:schemeClr val="bg1"/>
                </a:solidFill>
              </a:rPr>
              <a:t>colaborare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între</a:t>
            </a:r>
            <a:r>
              <a:rPr lang="en-GB" sz="1333" dirty="0">
                <a:solidFill>
                  <a:schemeClr val="bg1"/>
                </a:solidFill>
              </a:rPr>
              <a:t> club, </a:t>
            </a:r>
            <a:r>
              <a:rPr lang="en-GB" sz="1333" dirty="0" err="1">
                <a:solidFill>
                  <a:schemeClr val="bg1"/>
                </a:solidFill>
              </a:rPr>
              <a:t>comunitate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sponsori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pentru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descoperirea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viitoarelor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campioane</a:t>
            </a:r>
            <a:r>
              <a:rPr lang="en-GB" sz="1333" dirty="0">
                <a:solidFill>
                  <a:schemeClr val="bg1"/>
                </a:solidFill>
              </a:rPr>
              <a:t>.</a:t>
            </a:r>
          </a:p>
          <a:p>
            <a:r>
              <a:rPr lang="en-GB" sz="1333" dirty="0" err="1">
                <a:solidFill>
                  <a:schemeClr val="bg1"/>
                </a:solidFill>
              </a:rPr>
              <a:t>Totodată</a:t>
            </a:r>
            <a:r>
              <a:rPr lang="en-GB" sz="1333" dirty="0">
                <a:solidFill>
                  <a:schemeClr val="bg1"/>
                </a:solidFill>
              </a:rPr>
              <a:t>, HC </a:t>
            </a:r>
            <a:r>
              <a:rPr lang="en-GB" sz="1333" dirty="0" err="1">
                <a:solidFill>
                  <a:schemeClr val="bg1"/>
                </a:solidFill>
              </a:rPr>
              <a:t>Dunărea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Brăila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dispune</a:t>
            </a:r>
            <a:r>
              <a:rPr lang="en-GB" sz="1333" dirty="0">
                <a:solidFill>
                  <a:schemeClr val="bg1"/>
                </a:solidFill>
              </a:rPr>
              <a:t> de o </a:t>
            </a:r>
            <a:r>
              <a:rPr lang="en-GB" sz="1333" b="1" dirty="0" err="1">
                <a:solidFill>
                  <a:schemeClr val="bg1"/>
                </a:solidFill>
              </a:rPr>
              <a:t>piramidă</a:t>
            </a:r>
            <a:r>
              <a:rPr lang="en-GB" sz="1333" b="1" dirty="0">
                <a:solidFill>
                  <a:schemeClr val="bg1"/>
                </a:solidFill>
              </a:rPr>
              <a:t> </a:t>
            </a:r>
            <a:r>
              <a:rPr lang="en-GB" sz="1333" b="1" dirty="0" err="1">
                <a:solidFill>
                  <a:schemeClr val="bg1"/>
                </a:solidFill>
              </a:rPr>
              <a:t>completă</a:t>
            </a:r>
            <a:r>
              <a:rPr lang="en-GB" sz="1333" b="1" dirty="0">
                <a:solidFill>
                  <a:schemeClr val="bg1"/>
                </a:solidFill>
              </a:rPr>
              <a:t> de </a:t>
            </a:r>
            <a:r>
              <a:rPr lang="en-GB" sz="1333" b="1" dirty="0" err="1">
                <a:solidFill>
                  <a:schemeClr val="bg1"/>
                </a:solidFill>
              </a:rPr>
              <a:t>formare</a:t>
            </a:r>
            <a:r>
              <a:rPr lang="en-GB" sz="1333" dirty="0">
                <a:solidFill>
                  <a:schemeClr val="bg1"/>
                </a:solidFill>
              </a:rPr>
              <a:t>, care </a:t>
            </a:r>
            <a:r>
              <a:rPr lang="en-GB" sz="1333" dirty="0" err="1">
                <a:solidFill>
                  <a:schemeClr val="bg1"/>
                </a:solidFill>
              </a:rPr>
              <a:t>începe</a:t>
            </a:r>
            <a:r>
              <a:rPr lang="en-GB" sz="1333" dirty="0">
                <a:solidFill>
                  <a:schemeClr val="bg1"/>
                </a:solidFill>
              </a:rPr>
              <a:t> de la </a:t>
            </a:r>
            <a:r>
              <a:rPr lang="en-GB" sz="1333" dirty="0" err="1">
                <a:solidFill>
                  <a:schemeClr val="bg1"/>
                </a:solidFill>
              </a:rPr>
              <a:t>grupele</a:t>
            </a:r>
            <a:r>
              <a:rPr lang="en-GB" sz="1333" dirty="0">
                <a:solidFill>
                  <a:schemeClr val="bg1"/>
                </a:solidFill>
              </a:rPr>
              <a:t> de </a:t>
            </a:r>
            <a:r>
              <a:rPr lang="en-GB" sz="1333" dirty="0" err="1">
                <a:solidFill>
                  <a:schemeClr val="bg1"/>
                </a:solidFill>
              </a:rPr>
              <a:t>inițiere</a:t>
            </a:r>
            <a:r>
              <a:rPr lang="en-GB" sz="1333" dirty="0">
                <a:solidFill>
                  <a:schemeClr val="bg1"/>
                </a:solidFill>
              </a:rPr>
              <a:t> (baby-</a:t>
            </a:r>
            <a:r>
              <a:rPr lang="en-GB" sz="1333" dirty="0" err="1">
                <a:solidFill>
                  <a:schemeClr val="bg1"/>
                </a:solidFill>
              </a:rPr>
              <a:t>handbal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mini-</a:t>
            </a:r>
            <a:r>
              <a:rPr lang="en-GB" sz="1333" dirty="0" err="1">
                <a:solidFill>
                  <a:schemeClr val="bg1"/>
                </a:solidFill>
              </a:rPr>
              <a:t>handbal</a:t>
            </a:r>
            <a:r>
              <a:rPr lang="en-GB" sz="1333" dirty="0">
                <a:solidFill>
                  <a:schemeClr val="bg1"/>
                </a:solidFill>
              </a:rPr>
              <a:t>), </a:t>
            </a:r>
            <a:r>
              <a:rPr lang="en-GB" sz="1333" dirty="0" err="1">
                <a:solidFill>
                  <a:schemeClr val="bg1"/>
                </a:solidFill>
              </a:rPr>
              <a:t>continuă</a:t>
            </a:r>
            <a:r>
              <a:rPr lang="en-GB" sz="1333" dirty="0">
                <a:solidFill>
                  <a:schemeClr val="bg1"/>
                </a:solidFill>
              </a:rPr>
              <a:t> cu </a:t>
            </a:r>
            <a:r>
              <a:rPr lang="en-GB" sz="1333" dirty="0" err="1">
                <a:solidFill>
                  <a:schemeClr val="bg1"/>
                </a:solidFill>
              </a:rPr>
              <a:t>juniorii</a:t>
            </a:r>
            <a:r>
              <a:rPr lang="en-GB" sz="1333" dirty="0">
                <a:solidFill>
                  <a:schemeClr val="bg1"/>
                </a:solidFill>
              </a:rPr>
              <a:t> (IV, III, II, I), </a:t>
            </a:r>
            <a:r>
              <a:rPr lang="en-GB" sz="1333" dirty="0" err="1">
                <a:solidFill>
                  <a:schemeClr val="bg1"/>
                </a:solidFill>
              </a:rPr>
              <a:t>echipa</a:t>
            </a:r>
            <a:r>
              <a:rPr lang="en-GB" sz="1333" dirty="0">
                <a:solidFill>
                  <a:schemeClr val="bg1"/>
                </a:solidFill>
              </a:rPr>
              <a:t> de </a:t>
            </a:r>
            <a:r>
              <a:rPr lang="en-GB" sz="1333" dirty="0" err="1">
                <a:solidFill>
                  <a:schemeClr val="bg1"/>
                </a:solidFill>
              </a:rPr>
              <a:t>tineret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se </a:t>
            </a:r>
            <a:r>
              <a:rPr lang="en-GB" sz="1333" dirty="0" err="1">
                <a:solidFill>
                  <a:schemeClr val="bg1"/>
                </a:solidFill>
              </a:rPr>
              <a:t>finalizează</a:t>
            </a:r>
            <a:r>
              <a:rPr lang="en-GB" sz="1333" dirty="0">
                <a:solidFill>
                  <a:schemeClr val="bg1"/>
                </a:solidFill>
              </a:rPr>
              <a:t> cu </a:t>
            </a:r>
            <a:r>
              <a:rPr lang="en-GB" sz="1333" dirty="0" err="1">
                <a:solidFill>
                  <a:schemeClr val="bg1"/>
                </a:solidFill>
              </a:rPr>
              <a:t>echipa</a:t>
            </a:r>
            <a:r>
              <a:rPr lang="en-GB" sz="1333" dirty="0">
                <a:solidFill>
                  <a:schemeClr val="bg1"/>
                </a:solidFill>
              </a:rPr>
              <a:t> de </a:t>
            </a:r>
            <a:r>
              <a:rPr lang="en-GB" sz="1333" dirty="0" err="1">
                <a:solidFill>
                  <a:schemeClr val="bg1"/>
                </a:solidFill>
              </a:rPr>
              <a:t>senioare</a:t>
            </a:r>
            <a:r>
              <a:rPr lang="en-GB" sz="1333" dirty="0">
                <a:solidFill>
                  <a:schemeClr val="bg1"/>
                </a:solidFill>
              </a:rPr>
              <a:t>. </a:t>
            </a:r>
            <a:r>
              <a:rPr lang="en-GB" sz="1333" dirty="0" err="1">
                <a:solidFill>
                  <a:schemeClr val="bg1"/>
                </a:solidFill>
              </a:rPr>
              <a:t>Această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structură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este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susținută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de </a:t>
            </a:r>
            <a:r>
              <a:rPr lang="en-GB" sz="1333" dirty="0" err="1">
                <a:solidFill>
                  <a:schemeClr val="bg1"/>
                </a:solidFill>
              </a:rPr>
              <a:t>cele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b="1" dirty="0" err="1">
                <a:solidFill>
                  <a:schemeClr val="bg1"/>
                </a:solidFill>
              </a:rPr>
              <a:t>cinci</a:t>
            </a:r>
            <a:r>
              <a:rPr lang="en-GB" sz="1333" b="1" dirty="0">
                <a:solidFill>
                  <a:schemeClr val="bg1"/>
                </a:solidFill>
              </a:rPr>
              <a:t> centre locale</a:t>
            </a:r>
            <a:r>
              <a:rPr lang="en-GB" sz="1333" dirty="0">
                <a:solidFill>
                  <a:schemeClr val="bg1"/>
                </a:solidFill>
              </a:rPr>
              <a:t> din </a:t>
            </a:r>
            <a:r>
              <a:rPr lang="en-GB" sz="1333" dirty="0" err="1">
                <a:solidFill>
                  <a:schemeClr val="bg1"/>
                </a:solidFill>
              </a:rPr>
              <a:t>județ</a:t>
            </a:r>
            <a:r>
              <a:rPr lang="en-GB" sz="1333" dirty="0">
                <a:solidFill>
                  <a:schemeClr val="bg1"/>
                </a:solidFill>
              </a:rPr>
              <a:t>: </a:t>
            </a:r>
            <a:r>
              <a:rPr lang="en-GB" sz="1333" dirty="0" err="1">
                <a:solidFill>
                  <a:schemeClr val="bg1"/>
                </a:solidFill>
              </a:rPr>
              <a:t>în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orașele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Ianca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Însurăței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în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comunele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Tufești</a:t>
            </a:r>
            <a:r>
              <a:rPr lang="en-GB" sz="1333" dirty="0">
                <a:solidFill>
                  <a:schemeClr val="bg1"/>
                </a:solidFill>
              </a:rPr>
              <a:t>, </a:t>
            </a:r>
            <a:r>
              <a:rPr lang="en-GB" sz="1333" dirty="0" err="1">
                <a:solidFill>
                  <a:schemeClr val="bg1"/>
                </a:solidFill>
              </a:rPr>
              <a:t>Măxineni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și</a:t>
            </a:r>
            <a:r>
              <a:rPr lang="en-GB" sz="1333" dirty="0">
                <a:solidFill>
                  <a:schemeClr val="bg1"/>
                </a:solidFill>
              </a:rPr>
              <a:t> </a:t>
            </a:r>
            <a:r>
              <a:rPr lang="en-GB" sz="1333" dirty="0" err="1">
                <a:solidFill>
                  <a:schemeClr val="bg1"/>
                </a:solidFill>
              </a:rPr>
              <a:t>Jirlău</a:t>
            </a:r>
            <a:r>
              <a:rPr lang="en-GB" sz="1333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7745F-6A43-DDC0-4D74-8ECF2FD7F5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92" t="21933" r="12632" b="14204"/>
          <a:stretch>
            <a:fillRect/>
          </a:stretch>
        </p:blipFill>
        <p:spPr>
          <a:xfrm>
            <a:off x="7657164" y="5030199"/>
            <a:ext cx="2432936" cy="13194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04F444-9364-D2D0-752A-8E1C69B186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674" r="11842" b="28846"/>
          <a:stretch>
            <a:fillRect/>
          </a:stretch>
        </p:blipFill>
        <p:spPr>
          <a:xfrm>
            <a:off x="1" y="5032327"/>
            <a:ext cx="2083756" cy="13194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C20424-A7EB-008B-A204-7CEAA57B92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994" t="21317" r="10927" b="13890"/>
          <a:stretch>
            <a:fillRect/>
          </a:stretch>
        </p:blipFill>
        <p:spPr>
          <a:xfrm>
            <a:off x="2083756" y="5030199"/>
            <a:ext cx="2241216" cy="13194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0E4C89-CD37-B071-156F-72D9373B0A1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6" t="19019" r="6686" b="30301"/>
          <a:stretch>
            <a:fillRect/>
          </a:stretch>
        </p:blipFill>
        <p:spPr>
          <a:xfrm>
            <a:off x="4324973" y="5030113"/>
            <a:ext cx="3422140" cy="13216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" name="Google Shape;497;g371502a4ebc_4_3">
            <a:extLst>
              <a:ext uri="{FF2B5EF4-FFF2-40B4-BE49-F238E27FC236}">
                <a16:creationId xmlns:a16="http://schemas.microsoft.com/office/drawing/2014/main" id="{A23454F8-C284-B439-AF7A-DBAA6DC7335C}"/>
              </a:ext>
            </a:extLst>
          </p:cNvPr>
          <p:cNvSpPr txBox="1"/>
          <p:nvPr/>
        </p:nvSpPr>
        <p:spPr>
          <a:xfrm>
            <a:off x="7605660" y="3829783"/>
            <a:ext cx="223108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450</a:t>
            </a:r>
            <a:endParaRPr sz="14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21" name="Google Shape;497;g371502a4ebc_4_3">
            <a:extLst>
              <a:ext uri="{FF2B5EF4-FFF2-40B4-BE49-F238E27FC236}">
                <a16:creationId xmlns:a16="http://schemas.microsoft.com/office/drawing/2014/main" id="{788CBF97-1689-1B0C-1892-5CB08A59A5F0}"/>
              </a:ext>
            </a:extLst>
          </p:cNvPr>
          <p:cNvSpPr txBox="1"/>
          <p:nvPr/>
        </p:nvSpPr>
        <p:spPr>
          <a:xfrm>
            <a:off x="9836740" y="4292478"/>
            <a:ext cx="2070803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b="1" dirty="0">
                <a:solidFill>
                  <a:schemeClr val="lt1"/>
                </a:solidFill>
                <a:latin typeface="Montserrat SemiBold" panose="00000700000000000000" pitchFamily="50" charset="0"/>
                <a:ea typeface="Bebas Neue"/>
                <a:cs typeface="Bebas Neue"/>
                <a:sym typeface="Bebas Neue"/>
              </a:rPr>
              <a:t>COPII ÎNROLAȚI ÎN </a:t>
            </a:r>
          </a:p>
          <a:p>
            <a:r>
              <a:rPr lang="ro-RO" sz="1467" b="1" dirty="0">
                <a:solidFill>
                  <a:schemeClr val="lt1"/>
                </a:solidFill>
                <a:latin typeface="Montserrat SemiBold" panose="00000700000000000000" pitchFamily="50" charset="0"/>
                <a:ea typeface="Bebas Neue"/>
                <a:cs typeface="Bebas Neue"/>
                <a:sym typeface="Bebas Neue"/>
              </a:rPr>
              <a:t>ACADEMIE</a:t>
            </a:r>
            <a:endParaRPr sz="1467" b="1" dirty="0">
              <a:solidFill>
                <a:schemeClr val="lt1"/>
              </a:solidFill>
              <a:latin typeface="Montserrat SemiBold" panose="00000700000000000000" pitchFamily="50" charset="0"/>
              <a:ea typeface="Bebas Neue"/>
              <a:cs typeface="Bebas Neue"/>
              <a:sym typeface="Bebas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B896B-0A9B-43F5-D45F-D917D4D6CB0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218" b="10496"/>
          <a:stretch>
            <a:fillRect/>
          </a:stretch>
        </p:blipFill>
        <p:spPr>
          <a:xfrm>
            <a:off x="10037602" y="5030200"/>
            <a:ext cx="2154399" cy="13194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0664BE1E-77BB-2541-96C2-C50FC2A84B62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ExtraBold</vt:lpstr>
      <vt:lpstr>Montserrat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2025-11-04T07:36:10Z</dcterms:created>
  <dcterms:modified xsi:type="dcterms:W3CDTF">2025-11-04T07:41:19Z</dcterms:modified>
</cp:coreProperties>
</file>