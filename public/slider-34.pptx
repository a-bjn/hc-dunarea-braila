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Layouts/slideLayout12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Id3" /><Relationship Type="http://schemas.openxmlformats.org/package/2006/relationships/metadata/thumbnail" Target="/docProps/thumbnail.jpeg" Id="rId2" /><Relationship Type="http://schemas.openxmlformats.org/officeDocument/2006/relationships/officeDocument" Target="/ppt/presentation.xml" Id="rId1" /><Relationship Type="http://schemas.openxmlformats.org/officeDocument/2006/relationships/extended-properties" Target="/docProps/app.xml" Id="rId4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85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86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3" /><Relationship Type="http://schemas.openxmlformats.org/officeDocument/2006/relationships/tableStyles" Target="/ppt/tableStyles.xml" Id="rId7" /><Relationship Type="http://schemas.openxmlformats.org/officeDocument/2006/relationships/slide" Target="/ppt/slides/slide1.xml" Id="rId2" /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6" /><Relationship Type="http://schemas.openxmlformats.org/officeDocument/2006/relationships/viewProps" Target="/ppt/viewProps.xml" Id="rId5" /><Relationship Type="http://schemas.openxmlformats.org/officeDocument/2006/relationships/presProps" Target="/ppt/presProps.xml" Id="rId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theme/theme2.xml" Id="rId1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1C2839-F9F2-4CCC-B481-D97B6D121C70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17A2C5-E300-4819-9AD5-B4CDDB5C6D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2270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Id2" /><Relationship Type="http://schemas.openxmlformats.org/officeDocument/2006/relationships/notesMaster" Target="/ppt/notesMasters/notesMaster1.xml" Id="rId1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71502a4ebc_4_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0" name="Google Shape;490;g371502a4ebc_4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1_Title Slide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2503727"/>
      </p:ext>
    </p:extLst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Id13" /><Relationship Type="http://schemas.openxmlformats.org/officeDocument/2006/relationships/slideLayout" Target="/ppt/slideLayouts/slideLayout12.xml" Id="rId12" /></Relationships>
</file>

<file path=ppt/slideMasters/slideMaster1.xml><?xml version="1.0" encoding="utf-8"?>
<p:sldMaster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202C00-C7B6-44F9-836F-9577456B9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F4E5A3-B41E-4579-B479-50201F88C8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04FD77-E646-4075-9A8B-3E8BDCC907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F4F12D-AC74-418D-9685-EF505E4440FE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14EBE-62A6-4416-89E3-1E0BBC030B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136422-4BF8-4D06-9125-B840DCE71E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A492CA-029C-4A19-ADBF-C45AF1CFA5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011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/ppt/media/image1.png" Id="rId3" /><Relationship Type="http://schemas.openxmlformats.org/officeDocument/2006/relationships/notesSlide" Target="/ppt/notesSlides/notesSlide1.xml" Id="rId2" /><Relationship Type="http://schemas.openxmlformats.org/officeDocument/2006/relationships/slideLayout" Target="/ppt/slideLayouts/slideLayout12.xml" Id="rId1" /><Relationship Type="http://schemas.openxmlformats.org/officeDocument/2006/relationships/image" Target="/ppt/media/image2.png" Id="rId4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2" name="Google Shape;492;g371502a4ebc_4_3" title="487827848_1194505989347446_4682314595501982835_n.jpg"/>
          <p:cNvPicPr preferRelativeResize="0"/>
          <p:nvPr/>
        </p:nvPicPr>
        <p:blipFill rotWithShape="1">
          <a:blip r:embed="rId3">
            <a:alphaModFix amt="70000"/>
          </a:blip>
          <a:srcRect l="13126" t="8300" b="18433"/>
          <a:stretch/>
        </p:blipFill>
        <p:spPr>
          <a:xfrm>
            <a:off x="1" y="1"/>
            <a:ext cx="12192004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g371502a4ebc_4_3"/>
          <p:cNvSpPr/>
          <p:nvPr/>
        </p:nvSpPr>
        <p:spPr>
          <a:xfrm>
            <a:off x="4924437" y="-1"/>
            <a:ext cx="6275200" cy="6940400"/>
          </a:xfrm>
          <a:prstGeom prst="parallelogram">
            <a:avLst>
              <a:gd name="adj" fmla="val 49883"/>
            </a:avLst>
          </a:prstGeom>
          <a:solidFill>
            <a:schemeClr val="lt1">
              <a:alpha val="1960"/>
            </a:schemeClr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g371502a4ebc_4_3"/>
          <p:cNvSpPr txBox="1"/>
          <p:nvPr/>
        </p:nvSpPr>
        <p:spPr>
          <a:xfrm>
            <a:off x="7594064" y="3996690"/>
            <a:ext cx="4597937" cy="9131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r>
              <a:rPr lang="en-GB" sz="2667" dirty="0">
                <a:solidFill>
                  <a:schemeClr val="lt1"/>
                </a:solidFill>
                <a:latin typeface="Montserrat Medium" panose="00000600000000000000" pitchFamily="50" charset="0"/>
                <a:ea typeface="Bebas Neue"/>
                <a:cs typeface="Bebas Neue"/>
                <a:sym typeface="Bebas Neue"/>
              </a:rPr>
              <a:t>CALIFICAREA ÎN E</a:t>
            </a:r>
            <a:r>
              <a:rPr lang="ro-RO" sz="2667" dirty="0">
                <a:solidFill>
                  <a:schemeClr val="lt1"/>
                </a:solidFill>
                <a:latin typeface="Montserrat Medium" panose="00000600000000000000" pitchFamily="50" charset="0"/>
                <a:ea typeface="Bebas Neue"/>
                <a:cs typeface="Bebas Neue"/>
                <a:sym typeface="Bebas Neue"/>
              </a:rPr>
              <a:t>HF</a:t>
            </a:r>
            <a:r>
              <a:rPr lang="en-GB" sz="2667" dirty="0">
                <a:solidFill>
                  <a:schemeClr val="lt1"/>
                </a:solidFill>
                <a:latin typeface="Montserrat Medium" panose="00000600000000000000" pitchFamily="50" charset="0"/>
                <a:ea typeface="Bebas Neue"/>
                <a:cs typeface="Bebas Neue"/>
                <a:sym typeface="Bebas Neue"/>
              </a:rPr>
              <a:t> </a:t>
            </a:r>
            <a:r>
              <a:rPr lang="ro-RO" sz="2667" dirty="0">
                <a:solidFill>
                  <a:schemeClr val="lt1"/>
                </a:solidFill>
                <a:latin typeface="Montserrat Medium" panose="00000600000000000000" pitchFamily="50" charset="0"/>
                <a:ea typeface="Bebas Neue"/>
                <a:cs typeface="Bebas Neue"/>
                <a:sym typeface="Bebas Neue"/>
              </a:rPr>
              <a:t>E</a:t>
            </a:r>
            <a:r>
              <a:rPr lang="en-GB" sz="2667" dirty="0">
                <a:solidFill>
                  <a:schemeClr val="lt1"/>
                </a:solidFill>
                <a:latin typeface="Montserrat Medium" panose="00000600000000000000" pitchFamily="50" charset="0"/>
                <a:ea typeface="Bebas Neue"/>
                <a:cs typeface="Bebas Neue"/>
                <a:sym typeface="Bebas Neue"/>
              </a:rPr>
              <a:t>UROPEAN </a:t>
            </a:r>
            <a:r>
              <a:rPr lang="ro-RO" sz="2667" dirty="0">
                <a:solidFill>
                  <a:schemeClr val="lt1"/>
                </a:solidFill>
                <a:latin typeface="Montserrat Medium" panose="00000600000000000000" pitchFamily="50" charset="0"/>
                <a:ea typeface="Bebas Neue"/>
                <a:cs typeface="Bebas Neue"/>
                <a:sym typeface="Bebas Neue"/>
              </a:rPr>
              <a:t>L</a:t>
            </a:r>
            <a:r>
              <a:rPr lang="en-GB" sz="2667" dirty="0">
                <a:solidFill>
                  <a:schemeClr val="lt1"/>
                </a:solidFill>
                <a:latin typeface="Montserrat Medium" panose="00000600000000000000" pitchFamily="50" charset="0"/>
                <a:ea typeface="Bebas Neue"/>
                <a:cs typeface="Bebas Neue"/>
                <a:sym typeface="Bebas Neue"/>
              </a:rPr>
              <a:t>EAGUE</a:t>
            </a:r>
          </a:p>
        </p:txBody>
      </p:sp>
      <p:sp>
        <p:nvSpPr>
          <p:cNvPr id="496" name="Google Shape;496;g371502a4ebc_4_3"/>
          <p:cNvSpPr txBox="1"/>
          <p:nvPr/>
        </p:nvSpPr>
        <p:spPr>
          <a:xfrm>
            <a:off x="7594075" y="5037211"/>
            <a:ext cx="4150885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pPr lvl="0">
              <a:buClr>
                <a:schemeClr val="dk1"/>
              </a:buClr>
              <a:buSzPts val="825"/>
            </a:pPr>
            <a:r>
              <a:rPr lang="en-GB" sz="1400" dirty="0" err="1">
                <a:solidFill>
                  <a:schemeClr val="bg1"/>
                </a:solidFill>
              </a:rPr>
              <a:t>Unul</a:t>
            </a:r>
            <a:r>
              <a:rPr lang="en-GB" sz="1400" dirty="0">
                <a:solidFill>
                  <a:schemeClr val="bg1"/>
                </a:solidFill>
              </a:rPr>
              <a:t> </a:t>
            </a:r>
            <a:r>
              <a:rPr lang="en-GB" sz="1400" dirty="0" err="1">
                <a:solidFill>
                  <a:schemeClr val="bg1"/>
                </a:solidFill>
              </a:rPr>
              <a:t>dintre</a:t>
            </a:r>
            <a:r>
              <a:rPr lang="en-GB" sz="1400" dirty="0">
                <a:solidFill>
                  <a:schemeClr val="bg1"/>
                </a:solidFill>
              </a:rPr>
              <a:t> </a:t>
            </a:r>
            <a:r>
              <a:rPr lang="en-GB" sz="1400" dirty="0" err="1">
                <a:solidFill>
                  <a:schemeClr val="bg1"/>
                </a:solidFill>
              </a:rPr>
              <a:t>obiectivele</a:t>
            </a:r>
            <a:r>
              <a:rPr lang="en-GB" sz="1400" dirty="0">
                <a:solidFill>
                  <a:schemeClr val="bg1"/>
                </a:solidFill>
              </a:rPr>
              <a:t> </a:t>
            </a:r>
            <a:r>
              <a:rPr lang="en-GB" sz="1400" dirty="0" err="1">
                <a:solidFill>
                  <a:schemeClr val="bg1"/>
                </a:solidFill>
              </a:rPr>
              <a:t>principale</a:t>
            </a:r>
            <a:r>
              <a:rPr lang="en-GB" sz="1400" dirty="0">
                <a:solidFill>
                  <a:schemeClr val="bg1"/>
                </a:solidFill>
              </a:rPr>
              <a:t> ale </a:t>
            </a:r>
            <a:r>
              <a:rPr lang="en-GB" sz="1400" dirty="0" err="1">
                <a:solidFill>
                  <a:schemeClr val="bg1"/>
                </a:solidFill>
              </a:rPr>
              <a:t>sezonului</a:t>
            </a:r>
            <a:r>
              <a:rPr lang="en-GB" sz="1400" dirty="0">
                <a:solidFill>
                  <a:schemeClr val="bg1"/>
                </a:solidFill>
              </a:rPr>
              <a:t> 2025/2026 </a:t>
            </a:r>
            <a:r>
              <a:rPr lang="en-GB" sz="1400" dirty="0" err="1">
                <a:solidFill>
                  <a:schemeClr val="bg1"/>
                </a:solidFill>
              </a:rPr>
              <a:t>este</a:t>
            </a:r>
            <a:r>
              <a:rPr lang="en-GB" sz="1400" dirty="0">
                <a:solidFill>
                  <a:schemeClr val="bg1"/>
                </a:solidFill>
              </a:rPr>
              <a:t> </a:t>
            </a:r>
            <a:r>
              <a:rPr lang="en-GB" sz="1400" dirty="0" err="1">
                <a:solidFill>
                  <a:schemeClr val="bg1"/>
                </a:solidFill>
              </a:rPr>
              <a:t>calificarea</a:t>
            </a:r>
            <a:r>
              <a:rPr lang="en-GB" sz="1400" dirty="0">
                <a:solidFill>
                  <a:schemeClr val="bg1"/>
                </a:solidFill>
              </a:rPr>
              <a:t> </a:t>
            </a:r>
            <a:r>
              <a:rPr lang="en-GB" sz="1400" dirty="0" err="1">
                <a:solidFill>
                  <a:schemeClr val="bg1"/>
                </a:solidFill>
              </a:rPr>
              <a:t>în</a:t>
            </a:r>
            <a:r>
              <a:rPr lang="en-GB" sz="1400" dirty="0">
                <a:solidFill>
                  <a:schemeClr val="bg1"/>
                </a:solidFill>
              </a:rPr>
              <a:t> EHF European League. Ne </a:t>
            </a:r>
            <a:r>
              <a:rPr lang="en-GB" sz="1400" dirty="0" err="1">
                <a:solidFill>
                  <a:schemeClr val="bg1"/>
                </a:solidFill>
              </a:rPr>
              <a:t>dorim</a:t>
            </a:r>
            <a:r>
              <a:rPr lang="en-GB" sz="1400" dirty="0">
                <a:solidFill>
                  <a:schemeClr val="bg1"/>
                </a:solidFill>
              </a:rPr>
              <a:t>, de </a:t>
            </a:r>
            <a:r>
              <a:rPr lang="en-GB" sz="1400" dirty="0" err="1">
                <a:solidFill>
                  <a:schemeClr val="bg1"/>
                </a:solidFill>
              </a:rPr>
              <a:t>asemenea</a:t>
            </a:r>
            <a:r>
              <a:rPr lang="en-GB" sz="1400" dirty="0">
                <a:solidFill>
                  <a:schemeClr val="bg1"/>
                </a:solidFill>
              </a:rPr>
              <a:t>, </a:t>
            </a:r>
            <a:r>
              <a:rPr lang="en-GB" sz="1400" dirty="0" err="1">
                <a:solidFill>
                  <a:schemeClr val="bg1"/>
                </a:solidFill>
              </a:rPr>
              <a:t>să</a:t>
            </a:r>
            <a:r>
              <a:rPr lang="en-GB" sz="1400" dirty="0">
                <a:solidFill>
                  <a:schemeClr val="bg1"/>
                </a:solidFill>
              </a:rPr>
              <a:t> </a:t>
            </a:r>
            <a:r>
              <a:rPr lang="en-GB" sz="1400" dirty="0" err="1">
                <a:solidFill>
                  <a:schemeClr val="bg1"/>
                </a:solidFill>
              </a:rPr>
              <a:t>fim</a:t>
            </a:r>
            <a:r>
              <a:rPr lang="en-GB" sz="1400" dirty="0">
                <a:solidFill>
                  <a:schemeClr val="bg1"/>
                </a:solidFill>
              </a:rPr>
              <a:t> </a:t>
            </a:r>
            <a:r>
              <a:rPr lang="en-GB" sz="1400" dirty="0" err="1">
                <a:solidFill>
                  <a:schemeClr val="bg1"/>
                </a:solidFill>
              </a:rPr>
              <a:t>prezenți</a:t>
            </a:r>
            <a:r>
              <a:rPr lang="en-GB" sz="1400" dirty="0">
                <a:solidFill>
                  <a:schemeClr val="bg1"/>
                </a:solidFill>
              </a:rPr>
              <a:t> </a:t>
            </a:r>
            <a:r>
              <a:rPr lang="en-GB" sz="1400" dirty="0" err="1">
                <a:solidFill>
                  <a:schemeClr val="bg1"/>
                </a:solidFill>
              </a:rPr>
              <a:t>în</a:t>
            </a:r>
            <a:r>
              <a:rPr lang="en-GB" sz="1400" dirty="0">
                <a:solidFill>
                  <a:schemeClr val="bg1"/>
                </a:solidFill>
              </a:rPr>
              <a:t> </a:t>
            </a:r>
            <a:r>
              <a:rPr lang="en-GB" sz="1400" dirty="0" err="1">
                <a:solidFill>
                  <a:schemeClr val="bg1"/>
                </a:solidFill>
              </a:rPr>
              <a:t>continuare</a:t>
            </a:r>
            <a:r>
              <a:rPr lang="en-GB" sz="1400" dirty="0">
                <a:solidFill>
                  <a:schemeClr val="bg1"/>
                </a:solidFill>
              </a:rPr>
              <a:t> </a:t>
            </a:r>
            <a:r>
              <a:rPr lang="en-GB" sz="1400" dirty="0" err="1">
                <a:solidFill>
                  <a:schemeClr val="bg1"/>
                </a:solidFill>
              </a:rPr>
              <a:t>între</a:t>
            </a:r>
            <a:r>
              <a:rPr lang="en-GB" sz="1400" dirty="0">
                <a:solidFill>
                  <a:schemeClr val="bg1"/>
                </a:solidFill>
              </a:rPr>
              <a:t> </a:t>
            </a:r>
            <a:r>
              <a:rPr lang="en-GB" sz="1400" dirty="0" err="1">
                <a:solidFill>
                  <a:schemeClr val="bg1"/>
                </a:solidFill>
              </a:rPr>
              <a:t>primele</a:t>
            </a:r>
            <a:r>
              <a:rPr lang="en-GB" sz="1400" dirty="0">
                <a:solidFill>
                  <a:schemeClr val="bg1"/>
                </a:solidFill>
              </a:rPr>
              <a:t> 4 </a:t>
            </a:r>
            <a:r>
              <a:rPr lang="en-GB" sz="1400" dirty="0" err="1">
                <a:solidFill>
                  <a:schemeClr val="bg1"/>
                </a:solidFill>
              </a:rPr>
              <a:t>echipe</a:t>
            </a:r>
            <a:r>
              <a:rPr lang="en-GB" sz="1400" dirty="0">
                <a:solidFill>
                  <a:schemeClr val="bg1"/>
                </a:solidFill>
              </a:rPr>
              <a:t> di</a:t>
            </a:r>
            <a:r>
              <a:rPr lang="ro-RO" sz="1400" dirty="0">
                <a:solidFill>
                  <a:schemeClr val="bg1"/>
                </a:solidFill>
              </a:rPr>
              <a:t>n </a:t>
            </a:r>
            <a:r>
              <a:rPr lang="en-GB" sz="1400" dirty="0" err="1">
                <a:solidFill>
                  <a:schemeClr val="bg1"/>
                </a:solidFill>
              </a:rPr>
              <a:t>campionat</a:t>
            </a:r>
            <a:r>
              <a:rPr lang="en-GB" sz="1400" dirty="0">
                <a:solidFill>
                  <a:schemeClr val="bg1"/>
                </a:solidFill>
              </a:rPr>
              <a:t> </a:t>
            </a:r>
            <a:r>
              <a:rPr lang="en-GB" sz="1400" dirty="0" err="1">
                <a:solidFill>
                  <a:schemeClr val="bg1"/>
                </a:solidFill>
              </a:rPr>
              <a:t>și</a:t>
            </a:r>
            <a:r>
              <a:rPr lang="en-GB" sz="1400" dirty="0">
                <a:solidFill>
                  <a:schemeClr val="bg1"/>
                </a:solidFill>
              </a:rPr>
              <a:t> </a:t>
            </a:r>
            <a:r>
              <a:rPr lang="en-GB" sz="1400" dirty="0" err="1">
                <a:solidFill>
                  <a:schemeClr val="bg1"/>
                </a:solidFill>
              </a:rPr>
              <a:t>să</a:t>
            </a:r>
            <a:r>
              <a:rPr lang="en-GB" sz="1400" dirty="0">
                <a:solidFill>
                  <a:schemeClr val="bg1"/>
                </a:solidFill>
              </a:rPr>
              <a:t> nu </a:t>
            </a:r>
            <a:r>
              <a:rPr lang="en-GB" sz="1400" dirty="0" err="1">
                <a:solidFill>
                  <a:schemeClr val="bg1"/>
                </a:solidFill>
              </a:rPr>
              <a:t>lipsim</a:t>
            </a:r>
            <a:r>
              <a:rPr lang="en-GB" sz="1400" dirty="0">
                <a:solidFill>
                  <a:schemeClr val="bg1"/>
                </a:solidFill>
              </a:rPr>
              <a:t> din Final Four-ul </a:t>
            </a:r>
            <a:r>
              <a:rPr lang="en-GB" sz="1400" dirty="0" err="1">
                <a:solidFill>
                  <a:schemeClr val="bg1"/>
                </a:solidFill>
              </a:rPr>
              <a:t>Cupei</a:t>
            </a:r>
            <a:r>
              <a:rPr lang="en-GB" sz="1400" dirty="0">
                <a:solidFill>
                  <a:schemeClr val="bg1"/>
                </a:solidFill>
              </a:rPr>
              <a:t> </a:t>
            </a:r>
            <a:r>
              <a:rPr lang="en-GB" sz="1400" dirty="0" err="1">
                <a:solidFill>
                  <a:schemeClr val="bg1"/>
                </a:solidFill>
              </a:rPr>
              <a:t>României</a:t>
            </a:r>
            <a:endParaRPr sz="1400" dirty="0">
              <a:solidFill>
                <a:schemeClr val="bg1"/>
              </a:solidFill>
              <a:latin typeface="+mj-lt"/>
              <a:ea typeface="Roboto"/>
              <a:cs typeface="Roboto"/>
              <a:sym typeface="Roboto"/>
            </a:endParaRPr>
          </a:p>
        </p:txBody>
      </p:sp>
      <p:sp>
        <p:nvSpPr>
          <p:cNvPr id="497" name="Google Shape;497;g371502a4ebc_4_3"/>
          <p:cNvSpPr txBox="1"/>
          <p:nvPr/>
        </p:nvSpPr>
        <p:spPr>
          <a:xfrm>
            <a:off x="848719" y="777307"/>
            <a:ext cx="5970244" cy="502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r>
              <a:rPr lang="en-GB" sz="2667" dirty="0">
                <a:solidFill>
                  <a:schemeClr val="lt1"/>
                </a:solidFill>
                <a:latin typeface="Montserrat Medium" panose="00000600000000000000" pitchFamily="50" charset="0"/>
                <a:ea typeface="Bebas Neue"/>
                <a:cs typeface="Bebas Neue"/>
                <a:sym typeface="Bebas Neue"/>
              </a:rPr>
              <a:t>CONSOLIDAREA LOTULUI</a:t>
            </a:r>
          </a:p>
        </p:txBody>
      </p:sp>
      <p:sp>
        <p:nvSpPr>
          <p:cNvPr id="498" name="Google Shape;498;g371502a4ebc_4_3"/>
          <p:cNvSpPr txBox="1"/>
          <p:nvPr/>
        </p:nvSpPr>
        <p:spPr>
          <a:xfrm>
            <a:off x="848719" y="1433798"/>
            <a:ext cx="4617360" cy="1815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pPr lvl="0">
              <a:buClr>
                <a:schemeClr val="dk1"/>
              </a:buClr>
              <a:buSzPts val="825"/>
            </a:pPr>
            <a:r>
              <a:rPr lang="en-GB" sz="1400" dirty="0">
                <a:solidFill>
                  <a:schemeClr val="bg1"/>
                </a:solidFill>
              </a:rPr>
              <a:t>Ne </a:t>
            </a:r>
            <a:r>
              <a:rPr lang="en-GB" sz="1400" dirty="0" err="1">
                <a:solidFill>
                  <a:schemeClr val="bg1"/>
                </a:solidFill>
              </a:rPr>
              <a:t>propunem</a:t>
            </a:r>
            <a:r>
              <a:rPr lang="en-GB" sz="1400" dirty="0">
                <a:solidFill>
                  <a:schemeClr val="bg1"/>
                </a:solidFill>
              </a:rPr>
              <a:t> </a:t>
            </a:r>
            <a:r>
              <a:rPr lang="en-GB" sz="1400" dirty="0" err="1">
                <a:solidFill>
                  <a:schemeClr val="bg1"/>
                </a:solidFill>
              </a:rPr>
              <a:t>consolidarea</a:t>
            </a:r>
            <a:r>
              <a:rPr lang="en-GB" sz="1400" dirty="0">
                <a:solidFill>
                  <a:schemeClr val="bg1"/>
                </a:solidFill>
              </a:rPr>
              <a:t> </a:t>
            </a:r>
            <a:r>
              <a:rPr lang="en-GB" sz="1400" dirty="0" err="1">
                <a:solidFill>
                  <a:schemeClr val="bg1"/>
                </a:solidFill>
              </a:rPr>
              <a:t>unei</a:t>
            </a:r>
            <a:r>
              <a:rPr lang="en-GB" sz="1400" dirty="0">
                <a:solidFill>
                  <a:schemeClr val="bg1"/>
                </a:solidFill>
              </a:rPr>
              <a:t> </a:t>
            </a:r>
            <a:r>
              <a:rPr lang="en-GB" sz="1400" dirty="0" err="1">
                <a:solidFill>
                  <a:schemeClr val="bg1"/>
                </a:solidFill>
              </a:rPr>
              <a:t>echipe</a:t>
            </a:r>
            <a:r>
              <a:rPr lang="en-GB" sz="1400" dirty="0">
                <a:solidFill>
                  <a:schemeClr val="bg1"/>
                </a:solidFill>
              </a:rPr>
              <a:t> </a:t>
            </a:r>
            <a:r>
              <a:rPr lang="en-GB" sz="1400" dirty="0" err="1">
                <a:solidFill>
                  <a:schemeClr val="bg1"/>
                </a:solidFill>
              </a:rPr>
              <a:t>puternice</a:t>
            </a:r>
            <a:r>
              <a:rPr lang="en-GB" sz="1400" dirty="0">
                <a:solidFill>
                  <a:schemeClr val="bg1"/>
                </a:solidFill>
              </a:rPr>
              <a:t>, </a:t>
            </a:r>
            <a:r>
              <a:rPr lang="en-GB" sz="1400" dirty="0" err="1">
                <a:solidFill>
                  <a:schemeClr val="bg1"/>
                </a:solidFill>
              </a:rPr>
              <a:t>capabile</a:t>
            </a:r>
            <a:r>
              <a:rPr lang="en-GB" sz="1400" dirty="0">
                <a:solidFill>
                  <a:schemeClr val="bg1"/>
                </a:solidFill>
              </a:rPr>
              <a:t> </a:t>
            </a:r>
            <a:r>
              <a:rPr lang="en-GB" sz="1400" dirty="0" err="1">
                <a:solidFill>
                  <a:schemeClr val="bg1"/>
                </a:solidFill>
              </a:rPr>
              <a:t>să</a:t>
            </a:r>
            <a:r>
              <a:rPr lang="en-GB" sz="1400" dirty="0">
                <a:solidFill>
                  <a:schemeClr val="bg1"/>
                </a:solidFill>
              </a:rPr>
              <a:t> </a:t>
            </a:r>
            <a:r>
              <a:rPr lang="en-GB" sz="1400" dirty="0" err="1">
                <a:solidFill>
                  <a:schemeClr val="bg1"/>
                </a:solidFill>
              </a:rPr>
              <a:t>urce</a:t>
            </a:r>
            <a:r>
              <a:rPr lang="en-GB" sz="1400" dirty="0">
                <a:solidFill>
                  <a:schemeClr val="bg1"/>
                </a:solidFill>
              </a:rPr>
              <a:t> pe </a:t>
            </a:r>
            <a:r>
              <a:rPr lang="en-GB" sz="1400" dirty="0" err="1">
                <a:solidFill>
                  <a:schemeClr val="bg1"/>
                </a:solidFill>
              </a:rPr>
              <a:t>podiumul</a:t>
            </a:r>
            <a:r>
              <a:rPr lang="en-GB" sz="1400" dirty="0">
                <a:solidFill>
                  <a:schemeClr val="bg1"/>
                </a:solidFill>
              </a:rPr>
              <a:t> </a:t>
            </a:r>
            <a:r>
              <a:rPr lang="en-GB" sz="1400" dirty="0" err="1">
                <a:solidFill>
                  <a:schemeClr val="bg1"/>
                </a:solidFill>
              </a:rPr>
              <a:t>Campionatului</a:t>
            </a:r>
            <a:r>
              <a:rPr lang="en-GB" sz="1400" dirty="0">
                <a:solidFill>
                  <a:schemeClr val="bg1"/>
                </a:solidFill>
              </a:rPr>
              <a:t> </a:t>
            </a:r>
            <a:r>
              <a:rPr lang="en-GB" sz="1400" dirty="0" err="1">
                <a:solidFill>
                  <a:schemeClr val="bg1"/>
                </a:solidFill>
              </a:rPr>
              <a:t>Național</a:t>
            </a:r>
            <a:r>
              <a:rPr lang="en-GB" sz="1400" dirty="0">
                <a:solidFill>
                  <a:schemeClr val="bg1"/>
                </a:solidFill>
              </a:rPr>
              <a:t>. </a:t>
            </a:r>
            <a:r>
              <a:rPr lang="en-GB" sz="1400" dirty="0" err="1">
                <a:solidFill>
                  <a:schemeClr val="bg1"/>
                </a:solidFill>
              </a:rPr>
              <a:t>Vom</a:t>
            </a:r>
            <a:r>
              <a:rPr lang="en-GB" sz="1400" dirty="0">
                <a:solidFill>
                  <a:schemeClr val="bg1"/>
                </a:solidFill>
              </a:rPr>
              <a:t> </a:t>
            </a:r>
            <a:r>
              <a:rPr lang="en-GB" sz="1400" dirty="0" err="1">
                <a:solidFill>
                  <a:schemeClr val="bg1"/>
                </a:solidFill>
              </a:rPr>
              <a:t>investi</a:t>
            </a:r>
            <a:r>
              <a:rPr lang="en-GB" sz="1400" dirty="0">
                <a:solidFill>
                  <a:schemeClr val="bg1"/>
                </a:solidFill>
              </a:rPr>
              <a:t> </a:t>
            </a:r>
            <a:r>
              <a:rPr lang="en-GB" sz="1400" dirty="0" err="1">
                <a:solidFill>
                  <a:schemeClr val="bg1"/>
                </a:solidFill>
              </a:rPr>
              <a:t>în</a:t>
            </a:r>
            <a:r>
              <a:rPr lang="en-GB" sz="1400" dirty="0">
                <a:solidFill>
                  <a:schemeClr val="bg1"/>
                </a:solidFill>
              </a:rPr>
              <a:t> </a:t>
            </a:r>
            <a:r>
              <a:rPr lang="en-GB" sz="1400" dirty="0" err="1">
                <a:solidFill>
                  <a:schemeClr val="bg1"/>
                </a:solidFill>
              </a:rPr>
              <a:t>transferuri</a:t>
            </a:r>
            <a:r>
              <a:rPr lang="en-GB" sz="1400" dirty="0">
                <a:solidFill>
                  <a:schemeClr val="bg1"/>
                </a:solidFill>
              </a:rPr>
              <a:t> </a:t>
            </a:r>
            <a:r>
              <a:rPr lang="en-GB" sz="1400" dirty="0" err="1">
                <a:solidFill>
                  <a:schemeClr val="bg1"/>
                </a:solidFill>
              </a:rPr>
              <a:t>strategice</a:t>
            </a:r>
            <a:r>
              <a:rPr lang="en-GB" sz="1400" dirty="0">
                <a:solidFill>
                  <a:schemeClr val="bg1"/>
                </a:solidFill>
              </a:rPr>
              <a:t> </a:t>
            </a:r>
            <a:r>
              <a:rPr lang="en-GB" sz="1400" dirty="0" err="1">
                <a:solidFill>
                  <a:schemeClr val="bg1"/>
                </a:solidFill>
              </a:rPr>
              <a:t>și</a:t>
            </a:r>
            <a:r>
              <a:rPr lang="en-GB" sz="1400" dirty="0">
                <a:solidFill>
                  <a:schemeClr val="bg1"/>
                </a:solidFill>
              </a:rPr>
              <a:t> </a:t>
            </a:r>
            <a:r>
              <a:rPr lang="en-GB" sz="1400" dirty="0" err="1">
                <a:solidFill>
                  <a:schemeClr val="bg1"/>
                </a:solidFill>
              </a:rPr>
              <a:t>în</a:t>
            </a:r>
            <a:r>
              <a:rPr lang="en-GB" sz="1400" dirty="0">
                <a:solidFill>
                  <a:schemeClr val="bg1"/>
                </a:solidFill>
              </a:rPr>
              <a:t> </a:t>
            </a:r>
            <a:r>
              <a:rPr lang="en-GB" sz="1400" dirty="0" err="1">
                <a:solidFill>
                  <a:schemeClr val="bg1"/>
                </a:solidFill>
              </a:rPr>
              <a:t>creșterea</a:t>
            </a:r>
            <a:r>
              <a:rPr lang="en-GB" sz="1400" dirty="0">
                <a:solidFill>
                  <a:schemeClr val="bg1"/>
                </a:solidFill>
              </a:rPr>
              <a:t> </a:t>
            </a:r>
            <a:r>
              <a:rPr lang="en-GB" sz="1400" dirty="0" err="1">
                <a:solidFill>
                  <a:schemeClr val="bg1"/>
                </a:solidFill>
              </a:rPr>
              <a:t>tinerelor</a:t>
            </a:r>
            <a:r>
              <a:rPr lang="en-GB" sz="1400" dirty="0">
                <a:solidFill>
                  <a:schemeClr val="bg1"/>
                </a:solidFill>
              </a:rPr>
              <a:t> </a:t>
            </a:r>
            <a:r>
              <a:rPr lang="en-GB" sz="1400" dirty="0" err="1">
                <a:solidFill>
                  <a:schemeClr val="bg1"/>
                </a:solidFill>
              </a:rPr>
              <a:t>talente</a:t>
            </a:r>
            <a:r>
              <a:rPr lang="en-GB" sz="1400" dirty="0">
                <a:solidFill>
                  <a:schemeClr val="bg1"/>
                </a:solidFill>
              </a:rPr>
              <a:t>, </a:t>
            </a:r>
            <a:r>
              <a:rPr lang="en-GB" sz="1400" dirty="0" err="1">
                <a:solidFill>
                  <a:schemeClr val="bg1"/>
                </a:solidFill>
              </a:rPr>
              <a:t>pentru</a:t>
            </a:r>
            <a:r>
              <a:rPr lang="en-GB" sz="1400" dirty="0">
                <a:solidFill>
                  <a:schemeClr val="bg1"/>
                </a:solidFill>
              </a:rPr>
              <a:t> a </a:t>
            </a:r>
            <a:r>
              <a:rPr lang="en-GB" sz="1400" dirty="0" err="1">
                <a:solidFill>
                  <a:schemeClr val="bg1"/>
                </a:solidFill>
              </a:rPr>
              <a:t>construi</a:t>
            </a:r>
            <a:r>
              <a:rPr lang="en-GB" sz="1400" dirty="0">
                <a:solidFill>
                  <a:schemeClr val="bg1"/>
                </a:solidFill>
              </a:rPr>
              <a:t> un lot unit </a:t>
            </a:r>
            <a:r>
              <a:rPr lang="en-GB" sz="1400" dirty="0" err="1">
                <a:solidFill>
                  <a:schemeClr val="bg1"/>
                </a:solidFill>
              </a:rPr>
              <a:t>și</a:t>
            </a:r>
            <a:r>
              <a:rPr lang="en-GB" sz="1400" dirty="0">
                <a:solidFill>
                  <a:schemeClr val="bg1"/>
                </a:solidFill>
              </a:rPr>
              <a:t> </a:t>
            </a:r>
            <a:r>
              <a:rPr lang="en-GB" sz="1400" dirty="0" err="1">
                <a:solidFill>
                  <a:schemeClr val="bg1"/>
                </a:solidFill>
              </a:rPr>
              <a:t>competitiv</a:t>
            </a:r>
            <a:r>
              <a:rPr lang="en-GB" sz="1400" dirty="0">
                <a:solidFill>
                  <a:schemeClr val="bg1"/>
                </a:solidFill>
              </a:rPr>
              <a:t>, </a:t>
            </a:r>
            <a:r>
              <a:rPr lang="en-GB" sz="1400" dirty="0" err="1">
                <a:solidFill>
                  <a:schemeClr val="bg1"/>
                </a:solidFill>
              </a:rPr>
              <a:t>pregătit</a:t>
            </a:r>
            <a:r>
              <a:rPr lang="en-GB" sz="1400" dirty="0">
                <a:solidFill>
                  <a:schemeClr val="bg1"/>
                </a:solidFill>
              </a:rPr>
              <a:t> </a:t>
            </a:r>
            <a:r>
              <a:rPr lang="en-GB" sz="1400" dirty="0" err="1">
                <a:solidFill>
                  <a:schemeClr val="bg1"/>
                </a:solidFill>
              </a:rPr>
              <a:t>să</a:t>
            </a:r>
            <a:r>
              <a:rPr lang="en-GB" sz="1400" dirty="0">
                <a:solidFill>
                  <a:schemeClr val="bg1"/>
                </a:solidFill>
              </a:rPr>
              <a:t> </a:t>
            </a:r>
            <a:r>
              <a:rPr lang="en-GB" sz="1400" dirty="0" err="1">
                <a:solidFill>
                  <a:schemeClr val="bg1"/>
                </a:solidFill>
              </a:rPr>
              <a:t>câștige</a:t>
            </a:r>
            <a:r>
              <a:rPr lang="en-GB" sz="1400" dirty="0">
                <a:solidFill>
                  <a:schemeClr val="bg1"/>
                </a:solidFill>
              </a:rPr>
              <a:t> </a:t>
            </a:r>
            <a:r>
              <a:rPr lang="en-GB" sz="1400" dirty="0" err="1">
                <a:solidFill>
                  <a:schemeClr val="bg1"/>
                </a:solidFill>
              </a:rPr>
              <a:t>fiecare</a:t>
            </a:r>
            <a:r>
              <a:rPr lang="en-GB" sz="1400" dirty="0">
                <a:solidFill>
                  <a:schemeClr val="bg1"/>
                </a:solidFill>
              </a:rPr>
              <a:t> </a:t>
            </a:r>
            <a:r>
              <a:rPr lang="en-GB" sz="1400" dirty="0" err="1">
                <a:solidFill>
                  <a:schemeClr val="bg1"/>
                </a:solidFill>
              </a:rPr>
              <a:t>meci</a:t>
            </a:r>
            <a:r>
              <a:rPr lang="en-GB" sz="1400" dirty="0">
                <a:solidFill>
                  <a:schemeClr val="bg1"/>
                </a:solidFill>
              </a:rPr>
              <a:t> </a:t>
            </a:r>
            <a:r>
              <a:rPr lang="en-GB" sz="1400" dirty="0" err="1">
                <a:solidFill>
                  <a:schemeClr val="bg1"/>
                </a:solidFill>
              </a:rPr>
              <a:t>și</a:t>
            </a:r>
            <a:r>
              <a:rPr lang="en-GB" sz="1400" dirty="0">
                <a:solidFill>
                  <a:schemeClr val="bg1"/>
                </a:solidFill>
              </a:rPr>
              <a:t> </a:t>
            </a:r>
            <a:r>
              <a:rPr lang="en-GB" sz="1400" dirty="0" err="1">
                <a:solidFill>
                  <a:schemeClr val="bg1"/>
                </a:solidFill>
              </a:rPr>
              <a:t>să</a:t>
            </a:r>
            <a:r>
              <a:rPr lang="en-GB" sz="1400" dirty="0">
                <a:solidFill>
                  <a:schemeClr val="bg1"/>
                </a:solidFill>
              </a:rPr>
              <a:t> </a:t>
            </a:r>
            <a:r>
              <a:rPr lang="en-GB" sz="1400" dirty="0" err="1">
                <a:solidFill>
                  <a:schemeClr val="bg1"/>
                </a:solidFill>
              </a:rPr>
              <a:t>lupte</a:t>
            </a:r>
            <a:r>
              <a:rPr lang="en-GB" sz="1400" dirty="0">
                <a:solidFill>
                  <a:schemeClr val="bg1"/>
                </a:solidFill>
              </a:rPr>
              <a:t> </a:t>
            </a:r>
            <a:r>
              <a:rPr lang="en-GB" sz="1400" dirty="0" err="1">
                <a:solidFill>
                  <a:schemeClr val="bg1"/>
                </a:solidFill>
              </a:rPr>
              <a:t>pentru</a:t>
            </a:r>
            <a:r>
              <a:rPr lang="en-GB" sz="1400" dirty="0">
                <a:solidFill>
                  <a:schemeClr val="bg1"/>
                </a:solidFill>
              </a:rPr>
              <a:t> </a:t>
            </a:r>
            <a:r>
              <a:rPr lang="en-GB" sz="1400" dirty="0" err="1">
                <a:solidFill>
                  <a:schemeClr val="bg1"/>
                </a:solidFill>
              </a:rPr>
              <a:t>trofeele</a:t>
            </a:r>
            <a:r>
              <a:rPr lang="en-GB" sz="1400" dirty="0">
                <a:solidFill>
                  <a:schemeClr val="bg1"/>
                </a:solidFill>
              </a:rPr>
              <a:t> </a:t>
            </a:r>
            <a:r>
              <a:rPr lang="en-GB" sz="1400" dirty="0" err="1">
                <a:solidFill>
                  <a:schemeClr val="bg1"/>
                </a:solidFill>
              </a:rPr>
              <a:t>naționale</a:t>
            </a:r>
            <a:r>
              <a:rPr lang="en-GB" sz="1400" dirty="0">
                <a:solidFill>
                  <a:schemeClr val="bg1"/>
                </a:solidFill>
              </a:rPr>
              <a:t>. </a:t>
            </a:r>
            <a:r>
              <a:rPr lang="en-GB" sz="1400" dirty="0" err="1">
                <a:solidFill>
                  <a:schemeClr val="bg1"/>
                </a:solidFill>
              </a:rPr>
              <a:t>Ambiția</a:t>
            </a:r>
            <a:r>
              <a:rPr lang="en-GB" sz="1400" dirty="0">
                <a:solidFill>
                  <a:schemeClr val="bg1"/>
                </a:solidFill>
              </a:rPr>
              <a:t> </a:t>
            </a:r>
            <a:r>
              <a:rPr lang="en-GB" sz="1400" dirty="0" err="1">
                <a:solidFill>
                  <a:schemeClr val="bg1"/>
                </a:solidFill>
              </a:rPr>
              <a:t>noastră</a:t>
            </a:r>
            <a:r>
              <a:rPr lang="en-GB" sz="1400" dirty="0">
                <a:solidFill>
                  <a:schemeClr val="bg1"/>
                </a:solidFill>
              </a:rPr>
              <a:t> </a:t>
            </a:r>
            <a:r>
              <a:rPr lang="en-GB" sz="1400" dirty="0" err="1">
                <a:solidFill>
                  <a:schemeClr val="bg1"/>
                </a:solidFill>
              </a:rPr>
              <a:t>este</a:t>
            </a:r>
            <a:r>
              <a:rPr lang="en-GB" sz="1400" dirty="0">
                <a:solidFill>
                  <a:schemeClr val="bg1"/>
                </a:solidFill>
              </a:rPr>
              <a:t> </a:t>
            </a:r>
            <a:r>
              <a:rPr lang="en-GB" sz="1400" dirty="0" err="1">
                <a:solidFill>
                  <a:schemeClr val="bg1"/>
                </a:solidFill>
              </a:rPr>
              <a:t>să</a:t>
            </a:r>
            <a:r>
              <a:rPr lang="en-GB" sz="1400" dirty="0">
                <a:solidFill>
                  <a:schemeClr val="bg1"/>
                </a:solidFill>
              </a:rPr>
              <a:t> </a:t>
            </a:r>
            <a:r>
              <a:rPr lang="en-GB" sz="1400" dirty="0" err="1">
                <a:solidFill>
                  <a:schemeClr val="bg1"/>
                </a:solidFill>
              </a:rPr>
              <a:t>formăm</a:t>
            </a:r>
            <a:r>
              <a:rPr lang="en-GB" sz="1400" dirty="0">
                <a:solidFill>
                  <a:schemeClr val="bg1"/>
                </a:solidFill>
              </a:rPr>
              <a:t> o </a:t>
            </a:r>
            <a:r>
              <a:rPr lang="en-GB" sz="1400" dirty="0" err="1">
                <a:solidFill>
                  <a:schemeClr val="bg1"/>
                </a:solidFill>
              </a:rPr>
              <a:t>echipă</a:t>
            </a:r>
            <a:r>
              <a:rPr lang="en-GB" sz="1400" dirty="0">
                <a:solidFill>
                  <a:schemeClr val="bg1"/>
                </a:solidFill>
              </a:rPr>
              <a:t> care </a:t>
            </a:r>
            <a:r>
              <a:rPr lang="en-GB" sz="1400" dirty="0" err="1">
                <a:solidFill>
                  <a:schemeClr val="bg1"/>
                </a:solidFill>
              </a:rPr>
              <a:t>să</a:t>
            </a:r>
            <a:r>
              <a:rPr lang="en-GB" sz="1400" dirty="0">
                <a:solidFill>
                  <a:schemeClr val="bg1"/>
                </a:solidFill>
              </a:rPr>
              <a:t> se </a:t>
            </a:r>
            <a:r>
              <a:rPr lang="en-GB" sz="1400" dirty="0" err="1">
                <a:solidFill>
                  <a:schemeClr val="bg1"/>
                </a:solidFill>
              </a:rPr>
              <a:t>bată</a:t>
            </a:r>
            <a:r>
              <a:rPr lang="en-GB" sz="1400" dirty="0">
                <a:solidFill>
                  <a:schemeClr val="bg1"/>
                </a:solidFill>
              </a:rPr>
              <a:t> constant </a:t>
            </a:r>
            <a:r>
              <a:rPr lang="en-GB" sz="1400" dirty="0" err="1">
                <a:solidFill>
                  <a:schemeClr val="bg1"/>
                </a:solidFill>
              </a:rPr>
              <a:t>pentru</a:t>
            </a:r>
            <a:r>
              <a:rPr lang="en-GB" sz="1400" dirty="0">
                <a:solidFill>
                  <a:schemeClr val="bg1"/>
                </a:solidFill>
              </a:rPr>
              <a:t> </a:t>
            </a:r>
            <a:r>
              <a:rPr lang="en-GB" sz="1400" dirty="0" err="1">
                <a:solidFill>
                  <a:schemeClr val="bg1"/>
                </a:solidFill>
              </a:rPr>
              <a:t>primele</a:t>
            </a:r>
            <a:r>
              <a:rPr lang="en-GB" sz="1400" dirty="0">
                <a:solidFill>
                  <a:schemeClr val="bg1"/>
                </a:solidFill>
              </a:rPr>
              <a:t> </a:t>
            </a:r>
            <a:r>
              <a:rPr lang="en-GB" sz="1400" dirty="0" err="1">
                <a:solidFill>
                  <a:schemeClr val="bg1"/>
                </a:solidFill>
              </a:rPr>
              <a:t>poziții</a:t>
            </a:r>
            <a:r>
              <a:rPr lang="en-GB" sz="1400" dirty="0">
                <a:solidFill>
                  <a:schemeClr val="bg1"/>
                </a:solidFill>
              </a:rPr>
              <a:t>, </a:t>
            </a:r>
            <a:r>
              <a:rPr lang="en-GB" sz="1400" dirty="0" err="1">
                <a:solidFill>
                  <a:schemeClr val="bg1"/>
                </a:solidFill>
              </a:rPr>
              <a:t>atât</a:t>
            </a:r>
            <a:r>
              <a:rPr lang="en-GB" sz="1400" dirty="0">
                <a:solidFill>
                  <a:schemeClr val="bg1"/>
                </a:solidFill>
              </a:rPr>
              <a:t> pe scena </a:t>
            </a:r>
            <a:r>
              <a:rPr lang="en-GB" sz="1400" dirty="0" err="1">
                <a:solidFill>
                  <a:schemeClr val="bg1"/>
                </a:solidFill>
              </a:rPr>
              <a:t>internă</a:t>
            </a:r>
            <a:r>
              <a:rPr lang="en-GB" sz="1400" dirty="0">
                <a:solidFill>
                  <a:schemeClr val="bg1"/>
                </a:solidFill>
              </a:rPr>
              <a:t>, </a:t>
            </a:r>
            <a:r>
              <a:rPr lang="en-GB" sz="1400" dirty="0" err="1">
                <a:solidFill>
                  <a:schemeClr val="bg1"/>
                </a:solidFill>
              </a:rPr>
              <a:t>cât</a:t>
            </a:r>
            <a:r>
              <a:rPr lang="en-GB" sz="1400" dirty="0">
                <a:solidFill>
                  <a:schemeClr val="bg1"/>
                </a:solidFill>
              </a:rPr>
              <a:t> </a:t>
            </a:r>
            <a:r>
              <a:rPr lang="en-GB" sz="1400" dirty="0" err="1">
                <a:solidFill>
                  <a:schemeClr val="bg1"/>
                </a:solidFill>
              </a:rPr>
              <a:t>și</a:t>
            </a:r>
            <a:r>
              <a:rPr lang="en-GB" sz="1400" dirty="0">
                <a:solidFill>
                  <a:schemeClr val="bg1"/>
                </a:solidFill>
              </a:rPr>
              <a:t> </a:t>
            </a:r>
            <a:r>
              <a:rPr lang="en-GB" sz="1400" dirty="0" err="1">
                <a:solidFill>
                  <a:schemeClr val="bg1"/>
                </a:solidFill>
              </a:rPr>
              <a:t>în</a:t>
            </a:r>
            <a:r>
              <a:rPr lang="en-GB" sz="1400" dirty="0">
                <a:solidFill>
                  <a:schemeClr val="bg1"/>
                </a:solidFill>
              </a:rPr>
              <a:t> </a:t>
            </a:r>
            <a:r>
              <a:rPr lang="en-GB" sz="1400" dirty="0" err="1">
                <a:solidFill>
                  <a:schemeClr val="bg1"/>
                </a:solidFill>
              </a:rPr>
              <a:t>competițiile</a:t>
            </a:r>
            <a:r>
              <a:rPr lang="en-GB" sz="1400" dirty="0">
                <a:solidFill>
                  <a:schemeClr val="bg1"/>
                </a:solidFill>
              </a:rPr>
              <a:t> </a:t>
            </a:r>
            <a:r>
              <a:rPr lang="en-GB" sz="1400" dirty="0" err="1">
                <a:solidFill>
                  <a:schemeClr val="bg1"/>
                </a:solidFill>
              </a:rPr>
              <a:t>internaționale</a:t>
            </a:r>
            <a:r>
              <a:rPr lang="en-GB" sz="1400" dirty="0">
                <a:solidFill>
                  <a:schemeClr val="bg1"/>
                </a:solidFill>
              </a:rPr>
              <a:t>.</a:t>
            </a:r>
            <a:endParaRPr sz="1400" dirty="0">
              <a:solidFill>
                <a:schemeClr val="bg1"/>
              </a:solidFill>
              <a:latin typeface="+mj-lt"/>
              <a:ea typeface="Roboto"/>
              <a:cs typeface="Roboto"/>
              <a:sym typeface="Roboto"/>
            </a:endParaRPr>
          </a:p>
        </p:txBody>
      </p:sp>
      <p:pic>
        <p:nvPicPr>
          <p:cNvPr id="500" name="Google Shape;500;g371502a4ebc_4_3" title="487827848_1194505989347446_4682314595501982835_n.jpg"/>
          <p:cNvPicPr preferRelativeResize="0"/>
          <p:nvPr/>
        </p:nvPicPr>
        <p:blipFill rotWithShape="1">
          <a:blip r:embed="rId4">
            <a:alphaModFix/>
          </a:blip>
          <a:srcRect l="45657" t="8300" r="23761" b="18433"/>
          <a:stretch/>
        </p:blipFill>
        <p:spPr>
          <a:xfrm>
            <a:off x="4565349" y="1"/>
            <a:ext cx="4291803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Isosceles Triangle 1">
            <a:extLst>
              <a:ext uri="{FF2B5EF4-FFF2-40B4-BE49-F238E27FC236}">
                <a16:creationId xmlns:a16="http://schemas.microsoft.com/office/drawing/2014/main" id="{94B4EC44-81FC-3062-E2E1-A0F9E9D0BA45}"/>
              </a:ext>
            </a:extLst>
          </p:cNvPr>
          <p:cNvSpPr/>
          <p:nvPr/>
        </p:nvSpPr>
        <p:spPr>
          <a:xfrm rot="5400000">
            <a:off x="11684682" y="3162539"/>
            <a:ext cx="364124" cy="168799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6500" advClick="0"/>
    </mc:Choice>
    <mc:Fallback xmlns="">
      <p:transition spd="slow" advClick="0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125</Words>
  <Application>Microsoft Office PowerPoint</Application>
  <PresentationFormat>Widescreen</PresentationFormat>
  <Paragraphs>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Montserrat Medium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E-ProDesign</dc:creator>
  <cp:lastModifiedBy>E-ProDesign</cp:lastModifiedBy>
  <cp:revision>1</cp:revision>
  <dcterms:created xsi:type="dcterms:W3CDTF">2025-11-04T07:39:37Z</dcterms:created>
  <dcterms:modified xsi:type="dcterms:W3CDTF">2025-11-04T07:39:39Z</dcterms:modified>
</cp:coreProperties>
</file>