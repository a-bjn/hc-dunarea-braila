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F1D361-359B-4D0A-8EFC-8CFCBCC1E06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C7AAA-2CE5-4292-BC89-E75BDE423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93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71ca5ae623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71ca5ae623_0_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2" name="Google Shape;442;g371ca5ae623_0_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>
            <a:spLocks noGrp="1"/>
          </p:cNvSpPr>
          <p:nvPr>
            <p:ph type="pic" idx="2"/>
          </p:nvPr>
        </p:nvSpPr>
        <p:spPr>
          <a:xfrm>
            <a:off x="5618703" y="1133777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33" name="Google Shape;33;p23"/>
          <p:cNvSpPr>
            <a:spLocks noGrp="1"/>
          </p:cNvSpPr>
          <p:nvPr>
            <p:ph type="pic" idx="3"/>
          </p:nvPr>
        </p:nvSpPr>
        <p:spPr>
          <a:xfrm>
            <a:off x="7591133" y="1133777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34" name="Google Shape;34;p23"/>
          <p:cNvSpPr>
            <a:spLocks noGrp="1"/>
          </p:cNvSpPr>
          <p:nvPr>
            <p:ph type="pic" idx="4"/>
          </p:nvPr>
        </p:nvSpPr>
        <p:spPr>
          <a:xfrm>
            <a:off x="9528312" y="1133777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35" name="Google Shape;35;p23"/>
          <p:cNvSpPr>
            <a:spLocks noGrp="1"/>
          </p:cNvSpPr>
          <p:nvPr>
            <p:ph type="pic" idx="5"/>
          </p:nvPr>
        </p:nvSpPr>
        <p:spPr>
          <a:xfrm>
            <a:off x="5618703" y="3818932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36" name="Google Shape;36;p23"/>
          <p:cNvSpPr>
            <a:spLocks noGrp="1"/>
          </p:cNvSpPr>
          <p:nvPr>
            <p:ph type="pic" idx="6"/>
          </p:nvPr>
        </p:nvSpPr>
        <p:spPr>
          <a:xfrm>
            <a:off x="7591133" y="3818932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37" name="Google Shape;37;p23"/>
          <p:cNvSpPr>
            <a:spLocks noGrp="1"/>
          </p:cNvSpPr>
          <p:nvPr>
            <p:ph type="pic" idx="7"/>
          </p:nvPr>
        </p:nvSpPr>
        <p:spPr>
          <a:xfrm>
            <a:off x="9528312" y="3818932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89046179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58612E-C13F-4547-92FD-DA4DFD852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070F8-7D6F-4B0C-B396-F6CFB5434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41910-ABB6-4B71-8157-442F65CBF8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A0402-98A3-4DBD-B1E6-73C179664A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C540B-69F8-4124-A952-DE4D7088B0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63EFD-CE25-4E50-AC84-6EA35224A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55FAF-7652-4E17-A90E-FD480D69D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52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pn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BD36348-834F-BD12-A43B-268EE912F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451" name="Google Shape;451;g371ca5ae623_0_62"/>
          <p:cNvSpPr txBox="1"/>
          <p:nvPr/>
        </p:nvSpPr>
        <p:spPr>
          <a:xfrm>
            <a:off x="8202507" y="1127082"/>
            <a:ext cx="3759200" cy="4156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1467" b="1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Parteneriatul</a:t>
            </a:r>
            <a:r>
              <a:rPr lang="en-GB" sz="1467" b="1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cu </a:t>
            </a:r>
            <a:r>
              <a:rPr lang="en-GB" sz="1467" b="1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HC </a:t>
            </a:r>
            <a:r>
              <a:rPr lang="en-GB" sz="1467" b="1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Dunărea</a:t>
            </a:r>
            <a:r>
              <a:rPr lang="en-GB" sz="1467" b="1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b="1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Brăila</a:t>
            </a:r>
            <a:r>
              <a:rPr lang="en-GB" sz="1467" b="1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oferă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companiilor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o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oportunitate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valoroasă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de a se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asocia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cu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performanța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seriozitatea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spiritul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de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echipă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. Prin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expunerea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constantă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în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competițiile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naționale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internaționale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brandurile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partenere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beneficiază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de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vizibilitate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ridicată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atât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în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sală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cât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în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media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online.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Clubul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oferă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promovare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activă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pe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rețelele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sociale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în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cadrul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materialelor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oficiale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iar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imaginea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partenerilor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este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integrată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natural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într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-un context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profesionist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pozitiv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.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În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plus,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colaborarea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implică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susținerea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unor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proiecte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comunitare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educaționale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, precum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formarea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tinerelor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sportive,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ceea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ce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oferă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un plus de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reputație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responsabilitate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socială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.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Astfel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colaborarea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cu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Dunărea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Brăila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înseamnă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mai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mult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decât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sponsorizare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este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un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angajament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autentic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față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de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comunitate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, sport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67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viitor</a:t>
            </a:r>
            <a:r>
              <a:rPr lang="en-GB" sz="1467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.</a:t>
            </a:r>
            <a:endParaRPr sz="1467" dirty="0">
              <a:solidFill>
                <a:schemeClr val="bg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8CE8B800-C541-5C61-343F-ACB21CB6ED0E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129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2025-11-04T07:38:55Z</dcterms:created>
  <dcterms:modified xsi:type="dcterms:W3CDTF">2025-11-04T07:42:21Z</dcterms:modified>
</cp:coreProperties>
</file>