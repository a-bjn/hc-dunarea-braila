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D6543-EA77-4AD4-BA82-78084CD697F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DD879-9CA2-44D1-823B-B8B706EC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58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71502a4ebc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71502a4eb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>
            <a:spLocks noGrp="1"/>
          </p:cNvSpPr>
          <p:nvPr>
            <p:ph type="pic" idx="2"/>
          </p:nvPr>
        </p:nvSpPr>
        <p:spPr>
          <a:xfrm>
            <a:off x="2331195" y="1875588"/>
            <a:ext cx="1440400" cy="107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3" name="Google Shape;43;p26"/>
          <p:cNvSpPr>
            <a:spLocks noGrp="1"/>
          </p:cNvSpPr>
          <p:nvPr>
            <p:ph type="pic" idx="3"/>
          </p:nvPr>
        </p:nvSpPr>
        <p:spPr>
          <a:xfrm>
            <a:off x="8279159" y="1875587"/>
            <a:ext cx="1440400" cy="107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4" name="Google Shape;44;p26"/>
          <p:cNvSpPr>
            <a:spLocks noGrp="1"/>
          </p:cNvSpPr>
          <p:nvPr>
            <p:ph type="pic" idx="4"/>
          </p:nvPr>
        </p:nvSpPr>
        <p:spPr>
          <a:xfrm>
            <a:off x="2331195" y="4137024"/>
            <a:ext cx="1440400" cy="107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5" name="Google Shape;45;p26"/>
          <p:cNvSpPr>
            <a:spLocks noGrp="1"/>
          </p:cNvSpPr>
          <p:nvPr>
            <p:ph type="pic" idx="5"/>
          </p:nvPr>
        </p:nvSpPr>
        <p:spPr>
          <a:xfrm>
            <a:off x="8279159" y="4137023"/>
            <a:ext cx="1440400" cy="107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33438859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9F796-152C-4A79-AEB0-B2875B50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162AD-3E26-4625-92B4-E0B587615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05923-79D4-4CF7-A0F7-AC40F4B1D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F18C8-EEE8-4707-A62C-20C23BDC9AA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469C2-D37E-48DC-962F-23018F3A9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5A03C-2983-4CAA-8F72-4421A4570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99033-BC17-4699-8821-4A0891AD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4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BA7CC5-9445-24C4-5EAD-D71159A3B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2" name="Google Shape;352;g371502a4ebc_0_71"/>
          <p:cNvSpPr txBox="1"/>
          <p:nvPr/>
        </p:nvSpPr>
        <p:spPr>
          <a:xfrm>
            <a:off x="454905" y="2254339"/>
            <a:ext cx="4399809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Sezonul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a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fost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definit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investiții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importante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infrastructură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echipamente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dezvoltarea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academiei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, cu impact direct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asupra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performanței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sportive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imaginii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clubului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.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Vizibilitatea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națională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internațională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a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crescut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iar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baza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selecție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s-a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extins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. </a:t>
            </a:r>
            <a:endParaRPr lang="ro-RO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Roboto"/>
              <a:cs typeface="Roboto"/>
              <a:sym typeface="Roboto"/>
            </a:endParaRPr>
          </a:p>
          <a:p>
            <a:endParaRPr lang="ro-RO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Roboto"/>
              <a:cs typeface="Roboto"/>
              <a:sym typeface="Roboto"/>
            </a:endParaRPr>
          </a:p>
          <a:p>
            <a:endParaRPr lang="ro-RO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Roboto"/>
              <a:cs typeface="Roboto"/>
              <a:sym typeface="Roboto"/>
            </a:endParaRPr>
          </a:p>
          <a:p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Un pas major a </a:t>
            </a:r>
            <a:r>
              <a:rPr lang="en-GB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fost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achitarea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a 35%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din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valoarea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autocarului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personalizat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al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clubului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restul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urmând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să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fie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acoperit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următorii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3 ani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prin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 leasing.</a:t>
            </a:r>
            <a:endParaRPr sz="3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554ADA-6D59-AA19-B603-0AA8A71F6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853" y="5606546"/>
            <a:ext cx="1822148" cy="653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2025-11-04T07:37:39Z</dcterms:created>
  <dcterms:modified xsi:type="dcterms:W3CDTF">2025-11-04T07:37:41Z</dcterms:modified>
</cp:coreProperties>
</file>