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jp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42DF7-D0C1-4F63-A00F-A33AA9025A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3C566-4BB6-45EE-A21D-EA29C98D6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427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63bf355c5d_0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6" name="Google Shape;436;g363bf355c5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35858384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92D2C2-CDF6-45E4-82AD-43655D6BC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4056B-709C-4579-9BA5-EC1C6F886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5C3E3-84BF-4D24-925A-AE0197DDB4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0B0B6-1101-4C13-B631-C42E033A894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24AC2-022E-4D9E-8BBB-E31A871B15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7E053-1F0C-4552-A904-135ADA9301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85BC61-A134-4DF1-A771-33A0FC20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1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jp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Relationship Type="http://schemas.openxmlformats.org/officeDocument/2006/relationships/image" Target="/ppt/media/image2.png" Id="rId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806B1C-9688-EF60-DF1B-B7C74A581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Google Shape;433;p10">
            <a:extLst>
              <a:ext uri="{FF2B5EF4-FFF2-40B4-BE49-F238E27FC236}">
                <a16:creationId xmlns:a16="http://schemas.microsoft.com/office/drawing/2014/main" id="{F76C685C-FCA2-91D7-DF65-18E334380E53}"/>
              </a:ext>
            </a:extLst>
          </p:cNvPr>
          <p:cNvSpPr txBox="1"/>
          <p:nvPr/>
        </p:nvSpPr>
        <p:spPr>
          <a:xfrm>
            <a:off x="555413" y="2219249"/>
            <a:ext cx="5597032" cy="3396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825"/>
            </a:pP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Partenerii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noștri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din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mediul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privat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nu au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oferit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doar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sprijin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financiar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, au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oferit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încredere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curaj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un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viitor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.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Datorită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lor,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echipa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noastră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are tot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ce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îi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trebuie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: transport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sigur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cazări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decente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echipamente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de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calitate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materiale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care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fac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diferența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antrenamente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.</a:t>
            </a:r>
            <a:endParaRPr lang="ro-RO" sz="1467" dirty="0">
              <a:solidFill>
                <a:srgbClr val="2E3A90"/>
              </a:solidFill>
              <a:latin typeface="+mj-lt"/>
              <a:ea typeface="Roboto"/>
              <a:cs typeface="Roboto"/>
              <a:sym typeface="Roboto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825"/>
            </a:pP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Dincolo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de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toate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acestea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, au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contribuit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la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ceva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mai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important: 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la </a:t>
            </a: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formarea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caracterelor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.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Performanța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adevărată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nu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înseamnă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doar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goluri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marcate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, ci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înseamnă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disciplină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încredere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muncă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echipă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pasiune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valori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care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cresc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frumos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atunci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când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sunt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hrănite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cu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susținere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reală</a:t>
            </a:r>
            <a:r>
              <a:rPr lang="en-GB" sz="1467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.</a:t>
            </a:r>
            <a:endParaRPr sz="1467" dirty="0">
              <a:solidFill>
                <a:srgbClr val="2E3A90"/>
              </a:solidFill>
              <a:latin typeface="+mj-lt"/>
              <a:ea typeface="Roboto"/>
              <a:cs typeface="Roboto"/>
              <a:sym typeface="Roboto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825"/>
            </a:pP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Mulțumim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celor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care au ales </a:t>
            </a: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să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creadă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visul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nostru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. </a:t>
            </a: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Împreună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scriem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povestea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b="1" dirty="0" err="1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performanței</a:t>
            </a:r>
            <a:r>
              <a:rPr lang="en-GB" sz="1467" b="1" dirty="0">
                <a:solidFill>
                  <a:srgbClr val="2E3A90"/>
                </a:solidFill>
                <a:latin typeface="+mj-lt"/>
                <a:ea typeface="Roboto"/>
                <a:cs typeface="Roboto"/>
                <a:sym typeface="Roboto"/>
              </a:rPr>
              <a:t>.</a:t>
            </a:r>
            <a:endParaRPr sz="1467" b="1" dirty="0">
              <a:solidFill>
                <a:srgbClr val="2E3A90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7" name="Google Shape;497;g371502a4ebc_4_3">
            <a:extLst>
              <a:ext uri="{FF2B5EF4-FFF2-40B4-BE49-F238E27FC236}">
                <a16:creationId xmlns:a16="http://schemas.microsoft.com/office/drawing/2014/main" id="{6914820E-9E08-2CC0-21B4-6E110824CFD9}"/>
              </a:ext>
            </a:extLst>
          </p:cNvPr>
          <p:cNvSpPr txBox="1"/>
          <p:nvPr/>
        </p:nvSpPr>
        <p:spPr>
          <a:xfrm>
            <a:off x="555412" y="1381262"/>
            <a:ext cx="6246144" cy="913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lvl="0"/>
            <a:r>
              <a:rPr lang="en-GB" sz="2667" b="1" dirty="0">
                <a:solidFill>
                  <a:srgbClr val="2E3A90"/>
                </a:solidFill>
                <a:latin typeface="Montserrat Medium" panose="00000600000000000000" pitchFamily="50" charset="0"/>
                <a:ea typeface="Roboto"/>
                <a:cs typeface="Roboto"/>
                <a:sym typeface="Roboto"/>
              </a:rPr>
              <a:t>ÎN SPATELE FIECĂREI VICTORII, EXISTĂ OAMENI CARE CRED</a:t>
            </a:r>
            <a:r>
              <a:rPr lang="ro-RO" sz="2667" b="1" dirty="0">
                <a:solidFill>
                  <a:srgbClr val="2E3A90"/>
                </a:solidFill>
                <a:latin typeface="Montserrat Medium" panose="00000600000000000000" pitchFamily="50" charset="0"/>
                <a:ea typeface="Roboto"/>
                <a:cs typeface="Roboto"/>
                <a:sym typeface="Roboto"/>
              </a:rPr>
              <a:t>.</a:t>
            </a:r>
            <a:endParaRPr lang="en-GB" sz="2667" dirty="0">
              <a:solidFill>
                <a:srgbClr val="2E3A90"/>
              </a:solidFill>
              <a:latin typeface="Montserrat Medium" panose="00000600000000000000" pitchFamily="50" charset="0"/>
              <a:ea typeface="Bebas Neue"/>
              <a:cs typeface="Bebas Neue"/>
              <a:sym typeface="Bebas Neu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18BC26-7DA1-C44A-616D-C3E400BDA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03" y="36939"/>
            <a:ext cx="3462220" cy="1240949"/>
          </a:xfrm>
          <a:prstGeom prst="rect">
            <a:avLst/>
          </a:prstGeom>
        </p:spPr>
      </p:pic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0E0A5B1-D263-D03B-1CF5-8051D8C34AB2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rgbClr val="2E3A90"/>
          </a:solidFill>
          <a:ln>
            <a:solidFill>
              <a:srgbClr val="2E3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124</Words>
  <Application>Microsoft Office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Montserrat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2025-11-04T07:38:48Z</dcterms:created>
  <dcterms:modified xsi:type="dcterms:W3CDTF">2025-11-04T07:42:18Z</dcterms:modified>
</cp:coreProperties>
</file>