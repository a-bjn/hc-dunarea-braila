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3" /><Relationship Type="http://schemas.openxmlformats.org/package/2006/relationships/metadata/thumbnail" Target="/docProps/thumbnail.jpeg" Id="rId2" /><Relationship Type="http://schemas.openxmlformats.org/officeDocument/2006/relationships/officeDocument" Target="/ppt/presentation.xml" Id="rId1" /><Relationship Type="http://schemas.openxmlformats.org/officeDocument/2006/relationships/extended-properties" Target="/docProps/app.xml" Id="rId4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7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86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3" /><Relationship Type="http://schemas.openxmlformats.org/officeDocument/2006/relationships/tableStyles" Target="/ppt/tableStyles.xml" Id="rId7" /><Relationship Type="http://schemas.openxmlformats.org/officeDocument/2006/relationships/slide" Target="/ppt/slides/slide1.xml" Id="rId2" /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6" /><Relationship Type="http://schemas.openxmlformats.org/officeDocument/2006/relationships/viewProps" Target="/ppt/viewProps.xml" Id="rId5" /><Relationship Type="http://schemas.openxmlformats.org/officeDocument/2006/relationships/presProps" Target="/ppt/presProps.xml" Id="rI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theme/theme2.xml" Id="rId1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C7BF9-F1EA-487F-8E8C-CADD314630DB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11C8C0-6337-4D41-BA45-5C48C802A6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9332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Id2" /><Relationship Type="http://schemas.openxmlformats.org/officeDocument/2006/relationships/notesMaster" Target="/ppt/notesMasters/notesMaster1.xml" Id="rId1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71502a4ebc_4_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g371502a4ebc_4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1_Title Slide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9071085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Id13" /><Relationship Type="http://schemas.openxmlformats.org/officeDocument/2006/relationships/slideLayout" Target="/ppt/slideLayouts/slideLayout12.xml" Id="rId12" /></Relationships>
</file>

<file path=ppt/slideMasters/slideMaster1.xml><?xml version="1.0" encoding="utf-8"?>
<p:sldMaster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D69C39-245A-4996-BE66-FFB7366E8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86D521-FA2E-4004-9722-69D296975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B66214-EF27-49A1-8762-FC142D0F1B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DEF399-B121-4960-92E5-86BE0CC48E46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82FC1E-D444-4FB9-94C4-F3F3B01EFA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E43790-045E-40A7-8F1B-1B3BD50CCA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18B339-4068-457E-912C-C4C9904395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171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1.jpg" Id="rId3" /><Relationship Type="http://schemas.openxmlformats.org/officeDocument/2006/relationships/notesSlide" Target="/ppt/notesSlides/notesSlide1.xml" Id="rId2" /><Relationship Type="http://schemas.openxmlformats.org/officeDocument/2006/relationships/slideLayout" Target="/ppt/slideLayouts/slideLayout12.xml" Id="rId1" /><Relationship Type="http://schemas.openxmlformats.org/officeDocument/2006/relationships/image" Target="/ppt/media/image2.jpg" Id="rId4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71502a4ebc_4_63"/>
          <p:cNvSpPr/>
          <p:nvPr/>
        </p:nvSpPr>
        <p:spPr>
          <a:xfrm>
            <a:off x="5091800" y="0"/>
            <a:ext cx="6096000" cy="6858000"/>
          </a:xfrm>
          <a:prstGeom prst="parallelogram">
            <a:avLst>
              <a:gd name="adj" fmla="val 49883"/>
            </a:avLst>
          </a:prstGeom>
          <a:solidFill>
            <a:srgbClr val="254480">
              <a:alpha val="10000"/>
            </a:srgbClr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g371502a4ebc_4_63"/>
          <p:cNvSpPr/>
          <p:nvPr/>
        </p:nvSpPr>
        <p:spPr>
          <a:xfrm>
            <a:off x="5916911" y="1"/>
            <a:ext cx="6275200" cy="6858000"/>
          </a:xfrm>
          <a:prstGeom prst="parallelogram">
            <a:avLst>
              <a:gd name="adj" fmla="val 49883"/>
            </a:avLst>
          </a:prstGeom>
          <a:solidFill>
            <a:srgbClr val="254480">
              <a:alpha val="10000"/>
            </a:srgbClr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g371502a4ebc_4_63"/>
          <p:cNvSpPr txBox="1"/>
          <p:nvPr/>
        </p:nvSpPr>
        <p:spPr>
          <a:xfrm>
            <a:off x="416811" y="937268"/>
            <a:ext cx="5122988" cy="748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pt-BR" sz="4267" dirty="0">
                <a:solidFill>
                  <a:srgbClr val="2E3A90"/>
                </a:solidFill>
                <a:latin typeface="Montserrat ExtraBold" panose="00000900000000000000" pitchFamily="50" charset="0"/>
                <a:ea typeface="Bebas Neue"/>
                <a:cs typeface="Bebas Neue"/>
                <a:sym typeface="Bebas Neue"/>
              </a:rPr>
              <a:t>SALĂ DE FORŢĂ</a:t>
            </a:r>
          </a:p>
        </p:txBody>
      </p:sp>
      <p:pic>
        <p:nvPicPr>
          <p:cNvPr id="398" name="Google Shape;398;g371502a4ebc_4_63" title="Sală de forţă 750.000 lei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12725" y="401855"/>
            <a:ext cx="4080000" cy="3060005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g371502a4ebc_4_63"/>
          <p:cNvSpPr txBox="1"/>
          <p:nvPr/>
        </p:nvSpPr>
        <p:spPr>
          <a:xfrm>
            <a:off x="416812" y="2098001"/>
            <a:ext cx="6573265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>
              <a:buClr>
                <a:schemeClr val="dk1"/>
              </a:buClr>
              <a:buSzPts val="825"/>
            </a:pP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Aici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se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construiește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puterea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din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spatele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fiecărei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reușite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. Am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renovat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și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echipat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sala de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forță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pentru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ca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echipa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să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aibă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tot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ce-i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trebuie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. E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locul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unde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se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naște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disciplina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,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reziliența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și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încrederea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în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sine.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Pentru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că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performanța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începe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cu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munca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tăcută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, de zi cu zi.</a:t>
            </a:r>
            <a:endParaRPr sz="1200" dirty="0">
              <a:solidFill>
                <a:schemeClr val="tx1">
                  <a:lumMod val="75000"/>
                  <a:lumOff val="25000"/>
                </a:schemeClr>
              </a:solidFill>
              <a:ea typeface="Roboto"/>
              <a:cs typeface="Roboto"/>
              <a:sym typeface="Roboto"/>
            </a:endParaRPr>
          </a:p>
        </p:txBody>
      </p:sp>
      <p:pic>
        <p:nvPicPr>
          <p:cNvPr id="400" name="Google Shape;400;g371502a4ebc_4_63" title="SUNA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12725" y="3634275"/>
            <a:ext cx="4080016" cy="30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g371502a4ebc_4_63"/>
          <p:cNvSpPr txBox="1"/>
          <p:nvPr/>
        </p:nvSpPr>
        <p:spPr>
          <a:xfrm>
            <a:off x="464111" y="4065894"/>
            <a:ext cx="5122988" cy="974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en-GB" sz="4267" dirty="0">
                <a:solidFill>
                  <a:srgbClr val="2E3A90"/>
                </a:solidFill>
                <a:latin typeface="Montserrat ExtraBold" panose="00000900000000000000" pitchFamily="50" charset="0"/>
                <a:ea typeface="Bebas Neue"/>
                <a:cs typeface="Bebas Neue"/>
                <a:sym typeface="Bebas Neue"/>
              </a:rPr>
              <a:t>SAUNĂ</a:t>
            </a:r>
          </a:p>
          <a:p>
            <a:endParaRPr lang="en-GB" sz="1467" dirty="0">
              <a:solidFill>
                <a:srgbClr val="2E3A90"/>
              </a:solidFill>
              <a:latin typeface="Montserrat ExtraBold" panose="00000900000000000000" pitchFamily="50" charset="0"/>
              <a:ea typeface="Bebas Neue"/>
              <a:cs typeface="Bebas Neue"/>
              <a:sym typeface="Bebas Neue"/>
            </a:endParaRPr>
          </a:p>
        </p:txBody>
      </p:sp>
      <p:sp>
        <p:nvSpPr>
          <p:cNvPr id="402" name="Google Shape;402;g371502a4ebc_4_63"/>
          <p:cNvSpPr txBox="1"/>
          <p:nvPr/>
        </p:nvSpPr>
        <p:spPr>
          <a:xfrm>
            <a:off x="464111" y="5226626"/>
            <a:ext cx="6688568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>
              <a:buClr>
                <a:schemeClr val="dk1"/>
              </a:buClr>
              <a:buSzPts val="825"/>
            </a:pP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După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efortul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intens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, vine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momentul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de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respiro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. Sauna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devine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locul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unde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trupul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se reface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și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mintea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se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liniștește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. O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investiție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în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recuperare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,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dar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și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în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echilibru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.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Pentru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că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victoria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se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pregătește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și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în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tăcerea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dintre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antrenamente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.</a:t>
            </a:r>
            <a:endParaRPr sz="1200" dirty="0">
              <a:solidFill>
                <a:schemeClr val="tx1">
                  <a:lumMod val="75000"/>
                  <a:lumOff val="25000"/>
                </a:schemeClr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2" name="Isosceles Triangle 1">
            <a:extLst>
              <a:ext uri="{FF2B5EF4-FFF2-40B4-BE49-F238E27FC236}">
                <a16:creationId xmlns:a16="http://schemas.microsoft.com/office/drawing/2014/main" id="{69DB553D-9168-4C90-06BD-E6CDCCB64591}"/>
              </a:ext>
            </a:extLst>
          </p:cNvPr>
          <p:cNvSpPr/>
          <p:nvPr/>
        </p:nvSpPr>
        <p:spPr>
          <a:xfrm rot="5400000">
            <a:off x="11684682" y="3162539"/>
            <a:ext cx="364124" cy="168799"/>
          </a:xfrm>
          <a:prstGeom prst="triangle">
            <a:avLst/>
          </a:prstGeom>
          <a:solidFill>
            <a:srgbClr val="2E3A90"/>
          </a:solidFill>
          <a:ln>
            <a:solidFill>
              <a:srgbClr val="2E3A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</Words>
  <Application>Microsoft Office PowerPoint</Application>
  <PresentationFormat>Widescreen</PresentationFormat>
  <Paragraphs>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Montserrat ExtraBold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E-ProDesign</dc:creator>
  <cp:lastModifiedBy>E-ProDesign</cp:lastModifiedBy>
  <cp:revision>1</cp:revision>
  <dcterms:created xsi:type="dcterms:W3CDTF">2025-11-04T07:38:07Z</dcterms:created>
  <dcterms:modified xsi:type="dcterms:W3CDTF">2025-11-04T07:38:09Z</dcterms:modified>
</cp:coreProperties>
</file>