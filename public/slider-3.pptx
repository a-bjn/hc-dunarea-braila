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90A63-E492-4143-ACC2-B00D44BCA9F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16744-45F7-404A-8C6F-AB88B2C47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1502a4ebc_2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71502a4ebc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>
            <a:spLocks noGrp="1"/>
          </p:cNvSpPr>
          <p:nvPr>
            <p:ph type="pic" idx="2"/>
          </p:nvPr>
        </p:nvSpPr>
        <p:spPr>
          <a:xfrm>
            <a:off x="2331195" y="1875588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3" name="Google Shape;43;p26"/>
          <p:cNvSpPr>
            <a:spLocks noGrp="1"/>
          </p:cNvSpPr>
          <p:nvPr>
            <p:ph type="pic" idx="3"/>
          </p:nvPr>
        </p:nvSpPr>
        <p:spPr>
          <a:xfrm>
            <a:off x="8279159" y="1875587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4" name="Google Shape;44;p26"/>
          <p:cNvSpPr>
            <a:spLocks noGrp="1"/>
          </p:cNvSpPr>
          <p:nvPr>
            <p:ph type="pic" idx="4"/>
          </p:nvPr>
        </p:nvSpPr>
        <p:spPr>
          <a:xfrm>
            <a:off x="2331195" y="4137024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45" name="Google Shape;45;p26"/>
          <p:cNvSpPr>
            <a:spLocks noGrp="1"/>
          </p:cNvSpPr>
          <p:nvPr>
            <p:ph type="pic" idx="5"/>
          </p:nvPr>
        </p:nvSpPr>
        <p:spPr>
          <a:xfrm>
            <a:off x="8279159" y="4137023"/>
            <a:ext cx="1440400" cy="107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234204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3503F-CF7C-4B96-80F9-FC374562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AEB1A-F3ED-421A-A891-877162CEF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EA048-0C24-45BD-99CE-B9B62767C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79DD7-FAA2-4CBF-9813-D6EAFF9A15E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EBCE4-5353-4B9B-B374-5BAAC7977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6228-D44B-45A1-904A-781985D06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68535-8299-431A-9007-FA91C570A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5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7C0F72-9ACE-ECB3-C65B-2F9BB6A1F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" name="Google Shape;103;g371502a4ebc_2_54"/>
          <p:cNvSpPr txBox="1"/>
          <p:nvPr/>
        </p:nvSpPr>
        <p:spPr>
          <a:xfrm>
            <a:off x="5242563" y="3290521"/>
            <a:ext cx="2007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GB" sz="12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2023/2024 - 2024/2025</a:t>
            </a:r>
            <a:endParaRPr sz="12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B7B2C-608E-DC0C-FA80-046E110A7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592" y="-310937"/>
            <a:ext cx="2803289" cy="1868860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4274F808-80B2-B5D7-52A4-25BB27C3CC03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2025-11-04T07:35:01Z</dcterms:created>
  <dcterms:modified xsi:type="dcterms:W3CDTF">2025-11-04T07:41:03Z</dcterms:modified>
</cp:coreProperties>
</file>